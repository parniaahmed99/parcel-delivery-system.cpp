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3"/>
  </p:notesMasterIdLst>
  <p:handoutMasterIdLst>
    <p:handoutMasterId r:id="rId24"/>
  </p:handoutMasterIdLst>
  <p:sldIdLst>
    <p:sldId id="257" r:id="rId2"/>
    <p:sldId id="269" r:id="rId3"/>
    <p:sldId id="275" r:id="rId4"/>
    <p:sldId id="259" r:id="rId5"/>
    <p:sldId id="258" r:id="rId6"/>
    <p:sldId id="276" r:id="rId7"/>
    <p:sldId id="291" r:id="rId8"/>
    <p:sldId id="277" r:id="rId9"/>
    <p:sldId id="290" r:id="rId10"/>
    <p:sldId id="273" r:id="rId11"/>
    <p:sldId id="278" r:id="rId12"/>
    <p:sldId id="288" r:id="rId13"/>
    <p:sldId id="279" r:id="rId14"/>
    <p:sldId id="280" r:id="rId15"/>
    <p:sldId id="286" r:id="rId16"/>
    <p:sldId id="287" r:id="rId17"/>
    <p:sldId id="281" r:id="rId18"/>
    <p:sldId id="283" r:id="rId19"/>
    <p:sldId id="289" r:id="rId20"/>
    <p:sldId id="282" r:id="rId21"/>
    <p:sldId id="284" r:id="rId22"/>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1008">
          <p15:clr>
            <a:srgbClr val="A4A3A4"/>
          </p15:clr>
        </p15:guide>
        <p15:guide id="3" orient="horz" pos="3792">
          <p15:clr>
            <a:srgbClr val="A4A3A4"/>
          </p15:clr>
        </p15:guide>
        <p15:guide id="4" orient="horz" pos="1152">
          <p15:clr>
            <a:srgbClr val="A4A3A4"/>
          </p15:clr>
        </p15:guide>
        <p15:guide id="5" orient="horz" pos="3360">
          <p15:clr>
            <a:srgbClr val="A4A3A4"/>
          </p15:clr>
        </p15:guide>
        <p15:guide id="6" orient="horz" pos="3072">
          <p15:clr>
            <a:srgbClr val="A4A3A4"/>
          </p15:clr>
        </p15:guide>
        <p15:guide id="7" orient="horz" pos="864">
          <p15:clr>
            <a:srgbClr val="A4A3A4"/>
          </p15:clr>
        </p15:guide>
        <p15:guide id="8" orient="horz" pos="528">
          <p15:clr>
            <a:srgbClr val="A4A3A4"/>
          </p15:clr>
        </p15:guide>
        <p15:guide id="9" orient="horz" pos="2784">
          <p15:clr>
            <a:srgbClr val="A4A3A4"/>
          </p15:clr>
        </p15:guide>
        <p15:guide id="10" pos="3839">
          <p15:clr>
            <a:srgbClr val="A4A3A4"/>
          </p15:clr>
        </p15:guide>
        <p15:guide id="11" pos="959">
          <p15:clr>
            <a:srgbClr val="A4A3A4"/>
          </p15:clr>
        </p15:guide>
        <p15:guide id="12" pos="7007">
          <p15:clr>
            <a:srgbClr val="A4A3A4"/>
          </p15:clr>
        </p15:guide>
        <p15:guide id="13" pos="6719">
          <p15:clr>
            <a:srgbClr val="A4A3A4"/>
          </p15:clr>
        </p15:guide>
        <p15:guide id="14" pos="6143">
          <p15:clr>
            <a:srgbClr val="A4A3A4"/>
          </p15:clr>
        </p15:guide>
        <p15:guide id="15" pos="3983">
          <p15:clr>
            <a:srgbClr val="A4A3A4"/>
          </p15:clr>
        </p15:guide>
        <p15:guide id="16" pos="527">
          <p15:clr>
            <a:srgbClr val="A4A3A4"/>
          </p15:clr>
        </p15:guide>
        <p15:guide id="17" pos="715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706" autoAdjust="0"/>
  </p:normalViewPr>
  <p:slideViewPr>
    <p:cSldViewPr>
      <p:cViewPr varScale="1">
        <p:scale>
          <a:sx n="63" d="100"/>
          <a:sy n="63" d="100"/>
        </p:scale>
        <p:origin x="804" y="56"/>
      </p:cViewPr>
      <p:guideLst>
        <p:guide orient="horz" pos="2160"/>
        <p:guide orient="horz" pos="1008"/>
        <p:guide orient="horz" pos="3792"/>
        <p:guide orient="horz" pos="1152"/>
        <p:guide orient="horz" pos="3360"/>
        <p:guide orient="horz" pos="3072"/>
        <p:guide orient="horz" pos="864"/>
        <p:guide orient="horz" pos="528"/>
        <p:guide orient="horz" pos="2784"/>
        <p:guide pos="3839"/>
        <p:guide pos="959"/>
        <p:guide pos="7007"/>
        <p:guide pos="6719"/>
        <p:guide pos="6143"/>
        <p:guide pos="3983"/>
        <p:guide pos="527"/>
        <p:guide pos="7151"/>
      </p:guideLst>
    </p:cSldViewPr>
  </p:slideViewPr>
  <p:notesTextViewPr>
    <p:cViewPr>
      <p:scale>
        <a:sx n="1" d="1"/>
        <a:sy n="1" d="1"/>
      </p:scale>
      <p:origin x="0" y="0"/>
    </p:cViewPr>
  </p:notesTextViewPr>
  <p:notesViewPr>
    <p:cSldViewPr>
      <p:cViewPr varScale="1">
        <p:scale>
          <a:sx n="84" d="100"/>
          <a:sy n="84" d="100"/>
        </p:scale>
        <p:origin x="1002" y="6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04A8D02-4E65-4CCD-8312-4AB164C6C77D}" type="datetimeFigureOut">
              <a:rPr lang="en-US"/>
              <a:t>6/18/2025</a:t>
            </a:fld>
            <a:endParaRPr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C119DBA-4540-49B3-8FA9-6259387ECF9E}" type="slidenum">
              <a:rPr/>
              <a:t>‹#›</a:t>
            </a:fld>
            <a:endParaRPr dirty="0"/>
          </a:p>
        </p:txBody>
      </p:sp>
    </p:spTree>
    <p:extLst>
      <p:ext uri="{BB962C8B-B14F-4D97-AF65-F5344CB8AC3E}">
        <p14:creationId xmlns:p14="http://schemas.microsoft.com/office/powerpoint/2010/main" val="35876198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7A755D9-D361-47B8-9652-3B4EA9776CE5}" type="datetimeFigureOut">
              <a:rPr lang="en-US"/>
              <a:t>6/18/2025</a:t>
            </a:fld>
            <a:endParaRPr dirty="0"/>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3B36274-F2B9-4C45-BBB4-0EDF4CD651A7}" type="slidenum">
              <a:rPr/>
              <a:t>‹#›</a:t>
            </a:fld>
            <a:endParaRPr dirty="0"/>
          </a:p>
        </p:txBody>
      </p:sp>
    </p:spTree>
    <p:extLst>
      <p:ext uri="{BB962C8B-B14F-4D97-AF65-F5344CB8AC3E}">
        <p14:creationId xmlns:p14="http://schemas.microsoft.com/office/powerpoint/2010/main" val="21476885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8000"/>
          </a:xfrm>
          <a:prstGeom prst="rect">
            <a:avLst/>
          </a:prstGeom>
        </p:spPr>
      </p:pic>
      <p:sp>
        <p:nvSpPr>
          <p:cNvPr id="8" name="Parallelogram 7"/>
          <p:cNvSpPr/>
          <p:nvPr userDrawn="1"/>
        </p:nvSpPr>
        <p:spPr>
          <a:xfrm>
            <a:off x="842352" y="606206"/>
            <a:ext cx="10484024" cy="5573039"/>
          </a:xfrm>
          <a:custGeom>
            <a:avLst/>
            <a:gdLst>
              <a:gd name="connsiteX0" fmla="*/ 0 w 10896600"/>
              <a:gd name="connsiteY0" fmla="*/ 5410200 h 5410200"/>
              <a:gd name="connsiteX1" fmla="*/ 1352550 w 10896600"/>
              <a:gd name="connsiteY1" fmla="*/ 0 h 5410200"/>
              <a:gd name="connsiteX2" fmla="*/ 10896600 w 10896600"/>
              <a:gd name="connsiteY2" fmla="*/ 0 h 5410200"/>
              <a:gd name="connsiteX3" fmla="*/ 9544050 w 10896600"/>
              <a:gd name="connsiteY3" fmla="*/ 5410200 h 5410200"/>
              <a:gd name="connsiteX4" fmla="*/ 0 w 10896600"/>
              <a:gd name="connsiteY4" fmla="*/ 5410200 h 5410200"/>
              <a:gd name="connsiteX0" fmla="*/ 0 w 10733762"/>
              <a:gd name="connsiteY0" fmla="*/ 5234835 h 5410200"/>
              <a:gd name="connsiteX1" fmla="*/ 1189712 w 10733762"/>
              <a:gd name="connsiteY1" fmla="*/ 0 h 5410200"/>
              <a:gd name="connsiteX2" fmla="*/ 10733762 w 10733762"/>
              <a:gd name="connsiteY2" fmla="*/ 0 h 5410200"/>
              <a:gd name="connsiteX3" fmla="*/ 9381212 w 10733762"/>
              <a:gd name="connsiteY3" fmla="*/ 5410200 h 5410200"/>
              <a:gd name="connsiteX4" fmla="*/ 0 w 10733762"/>
              <a:gd name="connsiteY4" fmla="*/ 5234835 h 5410200"/>
              <a:gd name="connsiteX0" fmla="*/ 0 w 10771340"/>
              <a:gd name="connsiteY0" fmla="*/ 5360096 h 5410200"/>
              <a:gd name="connsiteX1" fmla="*/ 1227290 w 10771340"/>
              <a:gd name="connsiteY1" fmla="*/ 0 h 5410200"/>
              <a:gd name="connsiteX2" fmla="*/ 10771340 w 10771340"/>
              <a:gd name="connsiteY2" fmla="*/ 0 h 5410200"/>
              <a:gd name="connsiteX3" fmla="*/ 9418790 w 10771340"/>
              <a:gd name="connsiteY3" fmla="*/ 5410200 h 5410200"/>
              <a:gd name="connsiteX4" fmla="*/ 0 w 10771340"/>
              <a:gd name="connsiteY4" fmla="*/ 5360096 h 5410200"/>
              <a:gd name="connsiteX0" fmla="*/ 0 w 10771340"/>
              <a:gd name="connsiteY0" fmla="*/ 5360096 h 5360096"/>
              <a:gd name="connsiteX1" fmla="*/ 1227290 w 10771340"/>
              <a:gd name="connsiteY1" fmla="*/ 0 h 5360096"/>
              <a:gd name="connsiteX2" fmla="*/ 10771340 w 10771340"/>
              <a:gd name="connsiteY2" fmla="*/ 0 h 5360096"/>
              <a:gd name="connsiteX3" fmla="*/ 9819623 w 10771340"/>
              <a:gd name="connsiteY3" fmla="*/ 5335043 h 5360096"/>
              <a:gd name="connsiteX4" fmla="*/ 0 w 10771340"/>
              <a:gd name="connsiteY4" fmla="*/ 5360096 h 5360096"/>
              <a:gd name="connsiteX0" fmla="*/ 0 w 10345455"/>
              <a:gd name="connsiteY0" fmla="*/ 5573039 h 5573039"/>
              <a:gd name="connsiteX1" fmla="*/ 1227290 w 10345455"/>
              <a:gd name="connsiteY1" fmla="*/ 212943 h 5573039"/>
              <a:gd name="connsiteX2" fmla="*/ 10345455 w 10345455"/>
              <a:gd name="connsiteY2" fmla="*/ 0 h 5573039"/>
              <a:gd name="connsiteX3" fmla="*/ 9819623 w 10345455"/>
              <a:gd name="connsiteY3" fmla="*/ 5547986 h 5573039"/>
              <a:gd name="connsiteX4" fmla="*/ 0 w 10345455"/>
              <a:gd name="connsiteY4" fmla="*/ 5573039 h 5573039"/>
              <a:gd name="connsiteX0" fmla="*/ 100469 w 10445924"/>
              <a:gd name="connsiteY0" fmla="*/ 5573039 h 5573039"/>
              <a:gd name="connsiteX1" fmla="*/ 0 w 10445924"/>
              <a:gd name="connsiteY1" fmla="*/ 250521 h 5573039"/>
              <a:gd name="connsiteX2" fmla="*/ 10445924 w 10445924"/>
              <a:gd name="connsiteY2" fmla="*/ 0 h 5573039"/>
              <a:gd name="connsiteX3" fmla="*/ 9920092 w 10445924"/>
              <a:gd name="connsiteY3" fmla="*/ 5547986 h 5573039"/>
              <a:gd name="connsiteX4" fmla="*/ 100469 w 10445924"/>
              <a:gd name="connsiteY4" fmla="*/ 5573039 h 5573039"/>
              <a:gd name="connsiteX0" fmla="*/ 376042 w 10445924"/>
              <a:gd name="connsiteY0" fmla="*/ 5435252 h 5547986"/>
              <a:gd name="connsiteX1" fmla="*/ 0 w 10445924"/>
              <a:gd name="connsiteY1" fmla="*/ 250521 h 5547986"/>
              <a:gd name="connsiteX2" fmla="*/ 10445924 w 10445924"/>
              <a:gd name="connsiteY2" fmla="*/ 0 h 5547986"/>
              <a:gd name="connsiteX3" fmla="*/ 9920092 w 10445924"/>
              <a:gd name="connsiteY3" fmla="*/ 5547986 h 5547986"/>
              <a:gd name="connsiteX4" fmla="*/ 376042 w 10445924"/>
              <a:gd name="connsiteY4" fmla="*/ 5435252 h 5547986"/>
              <a:gd name="connsiteX0" fmla="*/ 112995 w 10445924"/>
              <a:gd name="connsiteY0" fmla="*/ 5573039 h 5573039"/>
              <a:gd name="connsiteX1" fmla="*/ 0 w 10445924"/>
              <a:gd name="connsiteY1" fmla="*/ 250521 h 5573039"/>
              <a:gd name="connsiteX2" fmla="*/ 10445924 w 10445924"/>
              <a:gd name="connsiteY2" fmla="*/ 0 h 5573039"/>
              <a:gd name="connsiteX3" fmla="*/ 9920092 w 10445924"/>
              <a:gd name="connsiteY3" fmla="*/ 5547986 h 5573039"/>
              <a:gd name="connsiteX4" fmla="*/ 112995 w 10445924"/>
              <a:gd name="connsiteY4" fmla="*/ 5573039 h 5573039"/>
              <a:gd name="connsiteX0" fmla="*/ 112995 w 10464974"/>
              <a:gd name="connsiteY0" fmla="*/ 5592089 h 5592089"/>
              <a:gd name="connsiteX1" fmla="*/ 0 w 10464974"/>
              <a:gd name="connsiteY1" fmla="*/ 269571 h 5592089"/>
              <a:gd name="connsiteX2" fmla="*/ 10464974 w 10464974"/>
              <a:gd name="connsiteY2" fmla="*/ 0 h 5592089"/>
              <a:gd name="connsiteX3" fmla="*/ 9920092 w 10464974"/>
              <a:gd name="connsiteY3" fmla="*/ 5567036 h 5592089"/>
              <a:gd name="connsiteX4" fmla="*/ 112995 w 10464974"/>
              <a:gd name="connsiteY4" fmla="*/ 5592089 h 5592089"/>
              <a:gd name="connsiteX0" fmla="*/ 112995 w 10464974"/>
              <a:gd name="connsiteY0" fmla="*/ 5592089 h 5592089"/>
              <a:gd name="connsiteX1" fmla="*/ 0 w 10464974"/>
              <a:gd name="connsiteY1" fmla="*/ 269571 h 5592089"/>
              <a:gd name="connsiteX2" fmla="*/ 10464974 w 10464974"/>
              <a:gd name="connsiteY2" fmla="*/ 0 h 5592089"/>
              <a:gd name="connsiteX3" fmla="*/ 9920092 w 10464974"/>
              <a:gd name="connsiteY3" fmla="*/ 5547986 h 5592089"/>
              <a:gd name="connsiteX4" fmla="*/ 112995 w 10464974"/>
              <a:gd name="connsiteY4" fmla="*/ 5592089 h 5592089"/>
              <a:gd name="connsiteX0" fmla="*/ 112995 w 10464974"/>
              <a:gd name="connsiteY0" fmla="*/ 5573039 h 5573039"/>
              <a:gd name="connsiteX1" fmla="*/ 0 w 10464974"/>
              <a:gd name="connsiteY1" fmla="*/ 269571 h 5573039"/>
              <a:gd name="connsiteX2" fmla="*/ 10464974 w 10464974"/>
              <a:gd name="connsiteY2" fmla="*/ 0 h 5573039"/>
              <a:gd name="connsiteX3" fmla="*/ 9920092 w 10464974"/>
              <a:gd name="connsiteY3" fmla="*/ 5547986 h 5573039"/>
              <a:gd name="connsiteX4" fmla="*/ 112995 w 10464974"/>
              <a:gd name="connsiteY4" fmla="*/ 5573039 h 5573039"/>
              <a:gd name="connsiteX0" fmla="*/ 132045 w 10484024"/>
              <a:gd name="connsiteY0" fmla="*/ 5573039 h 5573039"/>
              <a:gd name="connsiteX1" fmla="*/ 0 w 10484024"/>
              <a:gd name="connsiteY1" fmla="*/ 269571 h 5573039"/>
              <a:gd name="connsiteX2" fmla="*/ 10484024 w 10484024"/>
              <a:gd name="connsiteY2" fmla="*/ 0 h 5573039"/>
              <a:gd name="connsiteX3" fmla="*/ 9939142 w 10484024"/>
              <a:gd name="connsiteY3" fmla="*/ 5547986 h 5573039"/>
              <a:gd name="connsiteX4" fmla="*/ 132045 w 10484024"/>
              <a:gd name="connsiteY4" fmla="*/ 5573039 h 55730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84024" h="5573039">
                <a:moveTo>
                  <a:pt x="132045" y="5573039"/>
                </a:moveTo>
                <a:lnTo>
                  <a:pt x="0" y="269571"/>
                </a:lnTo>
                <a:lnTo>
                  <a:pt x="10484024" y="0"/>
                </a:lnTo>
                <a:lnTo>
                  <a:pt x="9939142" y="5547986"/>
                </a:lnTo>
                <a:lnTo>
                  <a:pt x="132045" y="5573039"/>
                </a:lnTo>
                <a:close/>
              </a:path>
            </a:pathLst>
          </a:custGeom>
          <a:solidFill>
            <a:schemeClr val="bg2">
              <a:lumMod val="25000"/>
              <a:alpha val="73000"/>
            </a:schemeClr>
          </a:solidFill>
          <a:ln cap="rnd">
            <a:solidFill>
              <a:schemeClr val="bg2">
                <a:lumMod val="25000"/>
              </a:scheme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solidFill>
                <a:schemeClr val="tx1"/>
              </a:solidFill>
            </a:endParaRPr>
          </a:p>
        </p:txBody>
      </p:sp>
      <p:sp>
        <p:nvSpPr>
          <p:cNvPr id="2" name="Title 1"/>
          <p:cNvSpPr>
            <a:spLocks noGrp="1"/>
          </p:cNvSpPr>
          <p:nvPr>
            <p:ph type="ctrTitle"/>
          </p:nvPr>
        </p:nvSpPr>
        <p:spPr bwMode="white">
          <a:xfrm>
            <a:off x="1522413" y="914400"/>
            <a:ext cx="9144000" cy="3505200"/>
          </a:xfrm>
        </p:spPr>
        <p:txBody>
          <a:bodyPr>
            <a:noAutofit/>
          </a:bodyPr>
          <a:lstStyle>
            <a:lvl1pPr>
              <a:defRPr sz="7200">
                <a:solidFill>
                  <a:schemeClr val="bg1"/>
                </a:solidFill>
              </a:defRPr>
            </a:lvl1pPr>
          </a:lstStyle>
          <a:p>
            <a:r>
              <a:rPr lang="en-US"/>
              <a:t>Click to edit Master title style</a:t>
            </a:r>
            <a:endParaRPr dirty="0"/>
          </a:p>
        </p:txBody>
      </p:sp>
      <p:sp>
        <p:nvSpPr>
          <p:cNvPr id="3" name="Subtitle 2"/>
          <p:cNvSpPr>
            <a:spLocks noGrp="1"/>
          </p:cNvSpPr>
          <p:nvPr>
            <p:ph type="subTitle" idx="1"/>
          </p:nvPr>
        </p:nvSpPr>
        <p:spPr bwMode="white">
          <a:xfrm>
            <a:off x="1522413" y="4495800"/>
            <a:ext cx="8229600" cy="1066800"/>
          </a:xfrm>
        </p:spPr>
        <p:txBody>
          <a:bodyPr>
            <a:normAutofit/>
          </a:bodyPr>
          <a:lstStyle>
            <a:lvl1pPr marL="0" indent="0" algn="l">
              <a:spcBef>
                <a:spcPts val="0"/>
              </a:spcBef>
              <a:buNone/>
              <a:defRPr sz="24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83829175-527E-46A3-863C-1BB1F163B849}" type="datetimeFigureOut">
              <a:rPr lang="en-US" smtClean="0"/>
              <a:t>6/18/2025</a:t>
            </a:fld>
            <a:endParaRPr lang="en-US" dirty="0"/>
          </a:p>
        </p:txBody>
      </p:sp>
      <p:sp>
        <p:nvSpPr>
          <p:cNvPr id="6" name="Slide Number Placeholder 5"/>
          <p:cNvSpPr>
            <a:spLocks noGrp="1"/>
          </p:cNvSpPr>
          <p:nvPr>
            <p:ph type="sldNum" sz="quarter" idx="12"/>
          </p:nvPr>
        </p:nvSpPr>
        <p:spPr/>
        <p:txBody>
          <a:bodyPr/>
          <a:lstStyle/>
          <a:p>
            <a:fld id="{E5137D0E-4A4F-4307-8994-C1891D747D59}" type="slidenum">
              <a:rPr lang="en-US" smtClean="0"/>
              <a:t>‹#›</a:t>
            </a:fld>
            <a:endParaRPr lang="en-US" dirty="0"/>
          </a:p>
        </p:txBody>
      </p:sp>
    </p:spTree>
    <p:extLst>
      <p:ext uri="{BB962C8B-B14F-4D97-AF65-F5344CB8AC3E}">
        <p14:creationId xmlns:p14="http://schemas.microsoft.com/office/powerpoint/2010/main" val="9675216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baseline="0"/>
            </a:lvl6pPr>
            <a:lvl7pPr>
              <a:defRPr baseline="0"/>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83829175-527E-46A3-863C-1BB1F163B849}" type="datetimeFigureOut">
              <a:rPr lang="en-US" smtClean="0"/>
              <a:t>6/18/2025</a:t>
            </a:fld>
            <a:endParaRPr lang="en-US" dirty="0"/>
          </a:p>
        </p:txBody>
      </p:sp>
      <p:sp>
        <p:nvSpPr>
          <p:cNvPr id="6" name="Slide Number Placeholder 5"/>
          <p:cNvSpPr>
            <a:spLocks noGrp="1"/>
          </p:cNvSpPr>
          <p:nvPr>
            <p:ph type="sldNum" sz="quarter" idx="12"/>
          </p:nvPr>
        </p:nvSpPr>
        <p:spPr/>
        <p:txBody>
          <a:bodyPr/>
          <a:lstStyle/>
          <a:p>
            <a:fld id="{E5137D0E-4A4F-4307-8994-C1891D747D59}" type="slidenum">
              <a:rPr lang="en-US" smtClean="0"/>
              <a:t>‹#›</a:t>
            </a:fld>
            <a:endParaRPr lang="en-US" dirty="0"/>
          </a:p>
        </p:txBody>
      </p:sp>
    </p:spTree>
    <p:extLst>
      <p:ext uri="{BB962C8B-B14F-4D97-AF65-F5344CB8AC3E}">
        <p14:creationId xmlns:p14="http://schemas.microsoft.com/office/powerpoint/2010/main" val="22733280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65213" y="2514601"/>
            <a:ext cx="9144000" cy="2819400"/>
          </a:xfrm>
        </p:spPr>
        <p:txBody>
          <a:bodyPr anchor="b">
            <a:noAutofit/>
          </a:bodyPr>
          <a:lstStyle>
            <a:lvl1pPr algn="l">
              <a:defRPr sz="6600" b="0" i="0" cap="none" baseline="0"/>
            </a:lvl1pPr>
          </a:lstStyle>
          <a:p>
            <a:r>
              <a:rPr lang="en-US"/>
              <a:t>Click to edit Master title style</a:t>
            </a:r>
            <a:endParaRPr/>
          </a:p>
        </p:txBody>
      </p:sp>
      <p:sp>
        <p:nvSpPr>
          <p:cNvPr id="3" name="Text Placeholder 2"/>
          <p:cNvSpPr>
            <a:spLocks noGrp="1"/>
          </p:cNvSpPr>
          <p:nvPr>
            <p:ph type="body" idx="1"/>
          </p:nvPr>
        </p:nvSpPr>
        <p:spPr>
          <a:xfrm>
            <a:off x="1065212" y="990600"/>
            <a:ext cx="8229600" cy="1143000"/>
          </a:xfrm>
        </p:spPr>
        <p:txBody>
          <a:bodyPr anchor="t">
            <a:normAutofit/>
          </a:bodyPr>
          <a:lstStyle>
            <a:lvl1pPr marL="0" indent="0">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a:xfrm>
            <a:off x="1517950" y="6327648"/>
            <a:ext cx="6862462" cy="273049"/>
          </a:xfrm>
        </p:spPr>
        <p:txBody>
          <a:bodyPr/>
          <a:lstStyle/>
          <a:p>
            <a:r>
              <a:rPr lang="en-US" dirty="0"/>
              <a:t>Add a footer</a:t>
            </a:r>
          </a:p>
        </p:txBody>
      </p:sp>
      <p:sp>
        <p:nvSpPr>
          <p:cNvPr id="4" name="Date Placeholder 3"/>
          <p:cNvSpPr>
            <a:spLocks noGrp="1"/>
          </p:cNvSpPr>
          <p:nvPr>
            <p:ph type="dt" sz="half" idx="10"/>
          </p:nvPr>
        </p:nvSpPr>
        <p:spPr>
          <a:xfrm>
            <a:off x="8609012" y="6327648"/>
            <a:ext cx="1320059" cy="273049"/>
          </a:xfrm>
        </p:spPr>
        <p:txBody>
          <a:bodyPr/>
          <a:lstStyle/>
          <a:p>
            <a:fld id="{83829175-527E-46A3-863C-1BB1F163B849}" type="datetimeFigureOut">
              <a:rPr lang="en-US" smtClean="0"/>
              <a:t>6/18/2025</a:t>
            </a:fld>
            <a:endParaRPr lang="en-US" dirty="0"/>
          </a:p>
        </p:txBody>
      </p:sp>
      <p:sp>
        <p:nvSpPr>
          <p:cNvPr id="6" name="Slide Number Placeholder 5"/>
          <p:cNvSpPr>
            <a:spLocks noGrp="1"/>
          </p:cNvSpPr>
          <p:nvPr>
            <p:ph type="sldNum" sz="quarter" idx="12"/>
          </p:nvPr>
        </p:nvSpPr>
        <p:spPr>
          <a:xfrm>
            <a:off x="10133012" y="6327648"/>
            <a:ext cx="990601" cy="273049"/>
          </a:xfrm>
        </p:spPr>
        <p:txBody>
          <a:bodyPr/>
          <a:lstStyle/>
          <a:p>
            <a:fld id="{E5137D0E-4A4F-4307-8994-C1891D747D59}" type="slidenum">
              <a:rPr lang="en-US" smtClean="0"/>
              <a:t>‹#›</a:t>
            </a:fld>
            <a:endParaRPr lang="en-US" dirty="0"/>
          </a:p>
        </p:txBody>
      </p:sp>
    </p:spTree>
    <p:extLst>
      <p:ext uri="{BB962C8B-B14F-4D97-AF65-F5344CB8AC3E}">
        <p14:creationId xmlns:p14="http://schemas.microsoft.com/office/powerpoint/2010/main" val="1690152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65212" y="533400"/>
            <a:ext cx="9601200" cy="1143000"/>
          </a:xfrm>
        </p:spPr>
        <p:txBody>
          <a:bodyPr/>
          <a:lstStyle/>
          <a:p>
            <a:r>
              <a:rPr lang="en-US"/>
              <a:t>Click to edit Master title style</a:t>
            </a:r>
            <a:endParaRPr/>
          </a:p>
        </p:txBody>
      </p:sp>
      <p:sp>
        <p:nvSpPr>
          <p:cNvPr id="3" name="Content Placeholder 2"/>
          <p:cNvSpPr>
            <a:spLocks noGrp="1"/>
          </p:cNvSpPr>
          <p:nvPr>
            <p:ph sz="half" idx="1"/>
          </p:nvPr>
        </p:nvSpPr>
        <p:spPr>
          <a:xfrm>
            <a:off x="1065212" y="1828800"/>
            <a:ext cx="4645152" cy="41910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018210" y="1828800"/>
            <a:ext cx="4648201" cy="41910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83829175-527E-46A3-863C-1BB1F163B849}" type="datetimeFigureOut">
              <a:rPr lang="en-US" smtClean="0"/>
              <a:t>6/18/2025</a:t>
            </a:fld>
            <a:endParaRPr lang="en-US" dirty="0"/>
          </a:p>
        </p:txBody>
      </p:sp>
      <p:sp>
        <p:nvSpPr>
          <p:cNvPr id="7" name="Slide Number Placeholder 6"/>
          <p:cNvSpPr>
            <a:spLocks noGrp="1"/>
          </p:cNvSpPr>
          <p:nvPr>
            <p:ph type="sldNum" sz="quarter" idx="12"/>
          </p:nvPr>
        </p:nvSpPr>
        <p:spPr/>
        <p:txBody>
          <a:bodyPr/>
          <a:lstStyle/>
          <a:p>
            <a:fld id="{E5137D0E-4A4F-4307-8994-C1891D747D59}" type="slidenum">
              <a:rPr lang="en-US" smtClean="0"/>
              <a:t>‹#›</a:t>
            </a:fld>
            <a:endParaRPr lang="en-US" dirty="0"/>
          </a:p>
        </p:txBody>
      </p:sp>
    </p:spTree>
    <p:extLst>
      <p:ext uri="{BB962C8B-B14F-4D97-AF65-F5344CB8AC3E}">
        <p14:creationId xmlns:p14="http://schemas.microsoft.com/office/powerpoint/2010/main" val="28862918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0" orient="horz" pos="2160" userDrawn="1">
          <p15:clr>
            <a:srgbClr val="FBAE40"/>
          </p15:clr>
        </p15:guide>
        <p15:guide id="1" pos="671"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65212" y="533400"/>
            <a:ext cx="9601200" cy="1143000"/>
          </a:xfrm>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065212" y="1828800"/>
            <a:ext cx="4645152" cy="762000"/>
          </a:xfrm>
        </p:spPr>
        <p:txBody>
          <a:bodyPr anchor="ctr"/>
          <a:lstStyle>
            <a:lvl1pPr marL="0" indent="0">
              <a:spcBef>
                <a:spcPts val="0"/>
              </a:spcBef>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5212" y="2667000"/>
            <a:ext cx="4645152" cy="3352800"/>
          </a:xfrm>
        </p:spPr>
        <p:txBody>
          <a:bodyPr>
            <a:normAutofit/>
          </a:bodyPr>
          <a:lstStyle>
            <a:lvl1pPr>
              <a:defRPr sz="2000"/>
            </a:lvl1pPr>
            <a:lvl2pPr>
              <a:defRPr sz="1800"/>
            </a:lvl2pPr>
            <a:lvl3pPr>
              <a:defRPr sz="1600"/>
            </a:lvl3pPr>
            <a:lvl4pPr>
              <a:defRPr sz="1400"/>
            </a:lvl4pPr>
            <a:lvl5pPr>
              <a:defRPr sz="1400"/>
            </a:lvl5pPr>
            <a:lvl6pPr>
              <a:defRPr sz="1400" baseline="0"/>
            </a:lvl6pPr>
            <a:lvl7pPr>
              <a:defRPr sz="1400" baseline="0"/>
            </a:lvl7pPr>
            <a:lvl8pPr>
              <a:defRPr sz="1400" baseline="0"/>
            </a:lvl8pPr>
            <a:lvl9pPr>
              <a:defRPr sz="14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021260" y="1828800"/>
            <a:ext cx="4645152" cy="762000"/>
          </a:xfrm>
        </p:spPr>
        <p:txBody>
          <a:bodyPr anchor="ctr"/>
          <a:lstStyle>
            <a:lvl1pPr marL="0" indent="0">
              <a:spcBef>
                <a:spcPts val="0"/>
              </a:spcBef>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021260" y="2667000"/>
            <a:ext cx="4645152" cy="33528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r>
              <a:rPr lang="en-US" dirty="0"/>
              <a:t>Add a footer</a:t>
            </a:r>
          </a:p>
        </p:txBody>
      </p:sp>
      <p:sp>
        <p:nvSpPr>
          <p:cNvPr id="7" name="Date Placeholder 6"/>
          <p:cNvSpPr>
            <a:spLocks noGrp="1"/>
          </p:cNvSpPr>
          <p:nvPr>
            <p:ph type="dt" sz="half" idx="10"/>
          </p:nvPr>
        </p:nvSpPr>
        <p:spPr/>
        <p:txBody>
          <a:bodyPr/>
          <a:lstStyle/>
          <a:p>
            <a:fld id="{83829175-527E-46A3-863C-1BB1F163B849}" type="datetimeFigureOut">
              <a:rPr lang="en-US" smtClean="0"/>
              <a:t>6/18/2025</a:t>
            </a:fld>
            <a:endParaRPr lang="en-US" dirty="0"/>
          </a:p>
        </p:txBody>
      </p:sp>
      <p:sp>
        <p:nvSpPr>
          <p:cNvPr id="9" name="Slide Number Placeholder 8"/>
          <p:cNvSpPr>
            <a:spLocks noGrp="1"/>
          </p:cNvSpPr>
          <p:nvPr>
            <p:ph type="sldNum" sz="quarter" idx="12"/>
          </p:nvPr>
        </p:nvSpPr>
        <p:spPr/>
        <p:txBody>
          <a:bodyPr/>
          <a:lstStyle/>
          <a:p>
            <a:fld id="{E5137D0E-4A4F-4307-8994-C1891D747D59}" type="slidenum">
              <a:rPr lang="en-US" smtClean="0"/>
              <a:t>‹#›</a:t>
            </a:fld>
            <a:endParaRPr lang="en-US" dirty="0"/>
          </a:p>
        </p:txBody>
      </p:sp>
    </p:spTree>
    <p:extLst>
      <p:ext uri="{BB962C8B-B14F-4D97-AF65-F5344CB8AC3E}">
        <p14:creationId xmlns:p14="http://schemas.microsoft.com/office/powerpoint/2010/main" val="1677031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4" name="Footer Placeholder 3"/>
          <p:cNvSpPr>
            <a:spLocks noGrp="1"/>
          </p:cNvSpPr>
          <p:nvPr>
            <p:ph type="ftr" sz="quarter" idx="11"/>
          </p:nvPr>
        </p:nvSpPr>
        <p:spPr/>
        <p:txBody>
          <a:bodyPr/>
          <a:lstStyle/>
          <a:p>
            <a:r>
              <a:rPr lang="en-US" dirty="0"/>
              <a:t>Add a footer</a:t>
            </a:r>
          </a:p>
        </p:txBody>
      </p:sp>
      <p:sp>
        <p:nvSpPr>
          <p:cNvPr id="3" name="Date Placeholder 2"/>
          <p:cNvSpPr>
            <a:spLocks noGrp="1"/>
          </p:cNvSpPr>
          <p:nvPr>
            <p:ph type="dt" sz="half" idx="10"/>
          </p:nvPr>
        </p:nvSpPr>
        <p:spPr/>
        <p:txBody>
          <a:bodyPr/>
          <a:lstStyle/>
          <a:p>
            <a:fld id="{83829175-527E-46A3-863C-1BB1F163B849}" type="datetimeFigureOut">
              <a:rPr lang="en-US" smtClean="0"/>
              <a:t>6/18/2025</a:t>
            </a:fld>
            <a:endParaRPr lang="en-US" dirty="0"/>
          </a:p>
        </p:txBody>
      </p:sp>
      <p:sp>
        <p:nvSpPr>
          <p:cNvPr id="5" name="Slide Number Placeholder 4"/>
          <p:cNvSpPr>
            <a:spLocks noGrp="1"/>
          </p:cNvSpPr>
          <p:nvPr>
            <p:ph type="sldNum" sz="quarter" idx="12"/>
          </p:nvPr>
        </p:nvSpPr>
        <p:spPr/>
        <p:txBody>
          <a:bodyPr/>
          <a:lstStyle/>
          <a:p>
            <a:fld id="{E5137D0E-4A4F-4307-8994-C1891D747D59}" type="slidenum">
              <a:rPr lang="en-US" smtClean="0"/>
              <a:t>‹#›</a:t>
            </a:fld>
            <a:endParaRPr lang="en-US" dirty="0"/>
          </a:p>
        </p:txBody>
      </p:sp>
    </p:spTree>
    <p:extLst>
      <p:ext uri="{BB962C8B-B14F-4D97-AF65-F5344CB8AC3E}">
        <p14:creationId xmlns:p14="http://schemas.microsoft.com/office/powerpoint/2010/main" val="38760378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Add a footer</a:t>
            </a:r>
          </a:p>
        </p:txBody>
      </p:sp>
      <p:sp>
        <p:nvSpPr>
          <p:cNvPr id="2" name="Date Placeholder 1"/>
          <p:cNvSpPr>
            <a:spLocks noGrp="1"/>
          </p:cNvSpPr>
          <p:nvPr>
            <p:ph type="dt" sz="half" idx="10"/>
          </p:nvPr>
        </p:nvSpPr>
        <p:spPr/>
        <p:txBody>
          <a:bodyPr/>
          <a:lstStyle/>
          <a:p>
            <a:fld id="{83829175-527E-46A3-863C-1BB1F163B849}" type="datetimeFigureOut">
              <a:rPr lang="en-US" smtClean="0"/>
              <a:t>6/18/2025</a:t>
            </a:fld>
            <a:endParaRPr lang="en-US" dirty="0"/>
          </a:p>
        </p:txBody>
      </p:sp>
      <p:sp>
        <p:nvSpPr>
          <p:cNvPr id="4" name="Slide Number Placeholder 3"/>
          <p:cNvSpPr>
            <a:spLocks noGrp="1"/>
          </p:cNvSpPr>
          <p:nvPr>
            <p:ph type="sldNum" sz="quarter" idx="12"/>
          </p:nvPr>
        </p:nvSpPr>
        <p:spPr/>
        <p:txBody>
          <a:bodyPr/>
          <a:lstStyle/>
          <a:p>
            <a:fld id="{E5137D0E-4A4F-4307-8994-C1891D747D59}" type="slidenum">
              <a:rPr lang="en-US" smtClean="0"/>
              <a:t>‹#›</a:t>
            </a:fld>
            <a:endParaRPr lang="en-US" dirty="0"/>
          </a:p>
        </p:txBody>
      </p:sp>
    </p:spTree>
    <p:extLst>
      <p:ext uri="{BB962C8B-B14F-4D97-AF65-F5344CB8AC3E}">
        <p14:creationId xmlns:p14="http://schemas.microsoft.com/office/powerpoint/2010/main" val="800589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65212" y="2590800"/>
            <a:ext cx="3276599" cy="1924050"/>
          </a:xfrm>
        </p:spPr>
        <p:txBody>
          <a:bodyPr anchor="b">
            <a:normAutofit/>
          </a:bodyPr>
          <a:lstStyle>
            <a:lvl1pPr algn="l">
              <a:defRPr sz="3200" b="0"/>
            </a:lvl1pPr>
          </a:lstStyle>
          <a:p>
            <a:r>
              <a:rPr lang="en-US"/>
              <a:t>Click to edit Master title style</a:t>
            </a:r>
            <a:endParaRPr/>
          </a:p>
        </p:txBody>
      </p:sp>
      <p:sp>
        <p:nvSpPr>
          <p:cNvPr id="3" name="Content Placeholder 2"/>
          <p:cNvSpPr>
            <a:spLocks noGrp="1"/>
          </p:cNvSpPr>
          <p:nvPr>
            <p:ph idx="1"/>
          </p:nvPr>
        </p:nvSpPr>
        <p:spPr>
          <a:xfrm>
            <a:off x="4646611" y="838200"/>
            <a:ext cx="6172201" cy="51816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1065212" y="4648200"/>
            <a:ext cx="3276599" cy="1371600"/>
          </a:xfrm>
        </p:spPr>
        <p:txBody>
          <a:bodyPr>
            <a:normAutofit/>
          </a:bodyPr>
          <a:lstStyle>
            <a:lvl1pPr marL="0" indent="0">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Footer Placeholder 8"/>
          <p:cNvSpPr>
            <a:spLocks noGrp="1"/>
          </p:cNvSpPr>
          <p:nvPr>
            <p:ph type="ftr" sz="quarter" idx="11"/>
          </p:nvPr>
        </p:nvSpPr>
        <p:spPr/>
        <p:txBody>
          <a:bodyPr/>
          <a:lstStyle/>
          <a:p>
            <a:r>
              <a:rPr lang="en-US" dirty="0"/>
              <a:t>Add a footer</a:t>
            </a:r>
          </a:p>
        </p:txBody>
      </p:sp>
      <p:sp>
        <p:nvSpPr>
          <p:cNvPr id="8" name="Date Placeholder 7"/>
          <p:cNvSpPr>
            <a:spLocks noGrp="1"/>
          </p:cNvSpPr>
          <p:nvPr>
            <p:ph type="dt" sz="half" idx="10"/>
          </p:nvPr>
        </p:nvSpPr>
        <p:spPr/>
        <p:txBody>
          <a:bodyPr/>
          <a:lstStyle/>
          <a:p>
            <a:fld id="{83829175-527E-46A3-863C-1BB1F163B849}" type="datetimeFigureOut">
              <a:rPr lang="en-US" smtClean="0"/>
              <a:pPr/>
              <a:t>6/18/2025</a:t>
            </a:fld>
            <a:endParaRPr lang="en-US" dirty="0"/>
          </a:p>
        </p:txBody>
      </p:sp>
      <p:sp>
        <p:nvSpPr>
          <p:cNvPr id="10" name="Slide Number Placeholder 9"/>
          <p:cNvSpPr>
            <a:spLocks noGrp="1"/>
          </p:cNvSpPr>
          <p:nvPr>
            <p:ph type="sldNum" sz="quarter" idx="12"/>
          </p:nvPr>
        </p:nvSpPr>
        <p:spPr/>
        <p:txBody>
          <a:bodyPr/>
          <a:lstStyle/>
          <a:p>
            <a:fld id="{E5137D0E-4A4F-4307-8994-C1891D747D59}" type="slidenum">
              <a:rPr lang="en-US" smtClean="0"/>
              <a:pPr/>
              <a:t>‹#›</a:t>
            </a:fld>
            <a:endParaRPr lang="en-US" dirty="0"/>
          </a:p>
        </p:txBody>
      </p:sp>
    </p:spTree>
    <p:extLst>
      <p:ext uri="{BB962C8B-B14F-4D97-AF65-F5344CB8AC3E}">
        <p14:creationId xmlns:p14="http://schemas.microsoft.com/office/powerpoint/2010/main" val="14027598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65212" y="2590800"/>
            <a:ext cx="3276599" cy="1924050"/>
          </a:xfrm>
        </p:spPr>
        <p:txBody>
          <a:bodyPr anchor="b">
            <a:normAutofit/>
          </a:bodyPr>
          <a:lstStyle>
            <a:lvl1pPr algn="l">
              <a:defRPr sz="3200" b="0"/>
            </a:lvl1pPr>
          </a:lstStyle>
          <a:p>
            <a:r>
              <a:rPr lang="en-US"/>
              <a:t>Click to edit Master title style</a:t>
            </a:r>
            <a:endParaRPr dirty="0"/>
          </a:p>
        </p:txBody>
      </p:sp>
      <p:sp>
        <p:nvSpPr>
          <p:cNvPr id="3" name="Picture Placeholder 2" descr="An empty placeholder to add an image. Click on the placeholder and select the image that you wish to add"/>
          <p:cNvSpPr>
            <a:spLocks noGrp="1"/>
          </p:cNvSpPr>
          <p:nvPr>
            <p:ph type="pic" idx="1"/>
          </p:nvPr>
        </p:nvSpPr>
        <p:spPr>
          <a:xfrm>
            <a:off x="4799012" y="836610"/>
            <a:ext cx="5867401" cy="5183190"/>
          </a:xfrm>
          <a:solidFill>
            <a:schemeClr val="bg2"/>
          </a:solidFill>
        </p:spPr>
        <p:txBody>
          <a:bodyPr tIns="91440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4" name="Text Placeholder 3"/>
          <p:cNvSpPr>
            <a:spLocks noGrp="1"/>
          </p:cNvSpPr>
          <p:nvPr>
            <p:ph type="body" sz="half" idx="2"/>
          </p:nvPr>
        </p:nvSpPr>
        <p:spPr>
          <a:xfrm>
            <a:off x="1065212" y="4648200"/>
            <a:ext cx="3276599" cy="1371600"/>
          </a:xfrm>
        </p:spPr>
        <p:txBody>
          <a:bodyPr>
            <a:normAutofit/>
          </a:bodyPr>
          <a:lstStyle>
            <a:lvl1pPr marL="0" indent="0">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8"/>
          <p:cNvSpPr>
            <a:spLocks noGrp="1"/>
          </p:cNvSpPr>
          <p:nvPr>
            <p:ph type="ftr" sz="quarter" idx="11"/>
          </p:nvPr>
        </p:nvSpPr>
        <p:spPr>
          <a:xfrm>
            <a:off x="1517950" y="6324600"/>
            <a:ext cx="6862462" cy="273049"/>
          </a:xfrm>
        </p:spPr>
        <p:txBody>
          <a:bodyPr/>
          <a:lstStyle/>
          <a:p>
            <a:r>
              <a:rPr lang="en-US" dirty="0"/>
              <a:t>Add a footer</a:t>
            </a:r>
          </a:p>
        </p:txBody>
      </p:sp>
      <p:sp>
        <p:nvSpPr>
          <p:cNvPr id="6" name="Date Placeholder 7"/>
          <p:cNvSpPr>
            <a:spLocks noGrp="1"/>
          </p:cNvSpPr>
          <p:nvPr>
            <p:ph type="dt" sz="half" idx="10"/>
          </p:nvPr>
        </p:nvSpPr>
        <p:spPr>
          <a:xfrm>
            <a:off x="8609012" y="6324600"/>
            <a:ext cx="1320059" cy="273049"/>
          </a:xfrm>
        </p:spPr>
        <p:txBody>
          <a:bodyPr/>
          <a:lstStyle/>
          <a:p>
            <a:fld id="{83829175-527E-46A3-863C-1BB1F163B849}" type="datetimeFigureOut">
              <a:rPr lang="en-US" smtClean="0"/>
              <a:pPr/>
              <a:t>6/18/2025</a:t>
            </a:fld>
            <a:endParaRPr lang="en-US" dirty="0"/>
          </a:p>
        </p:txBody>
      </p:sp>
      <p:sp>
        <p:nvSpPr>
          <p:cNvPr id="7" name="Slide Number Placeholder 9"/>
          <p:cNvSpPr>
            <a:spLocks noGrp="1"/>
          </p:cNvSpPr>
          <p:nvPr>
            <p:ph type="sldNum" sz="quarter" idx="12"/>
          </p:nvPr>
        </p:nvSpPr>
        <p:spPr>
          <a:xfrm>
            <a:off x="10133012" y="6324600"/>
            <a:ext cx="990601" cy="273049"/>
          </a:xfrm>
        </p:spPr>
        <p:txBody>
          <a:bodyPr/>
          <a:lstStyle/>
          <a:p>
            <a:fld id="{E5137D0E-4A4F-4307-8994-C1891D747D59}" type="slidenum">
              <a:rPr lang="en-US" smtClean="0"/>
              <a:pPr/>
              <a:t>‹#›</a:t>
            </a:fld>
            <a:endParaRPr lang="en-US" dirty="0"/>
          </a:p>
        </p:txBody>
      </p:sp>
    </p:spTree>
    <p:extLst>
      <p:ext uri="{BB962C8B-B14F-4D97-AF65-F5344CB8AC3E}">
        <p14:creationId xmlns:p14="http://schemas.microsoft.com/office/powerpoint/2010/main" val="2690778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a:defRPr baseline="0"/>
            </a:lvl6pPr>
            <a:lvl7pPr>
              <a:defRPr baseline="0"/>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83829175-527E-46A3-863C-1BB1F163B849}" type="datetimeFigureOut">
              <a:rPr lang="en-US" smtClean="0"/>
              <a:t>6/18/2025</a:t>
            </a:fld>
            <a:endParaRPr lang="en-US" dirty="0"/>
          </a:p>
        </p:txBody>
      </p:sp>
      <p:sp>
        <p:nvSpPr>
          <p:cNvPr id="6" name="Slide Number Placeholder 5"/>
          <p:cNvSpPr>
            <a:spLocks noGrp="1"/>
          </p:cNvSpPr>
          <p:nvPr>
            <p:ph type="sldNum" sz="quarter" idx="12"/>
          </p:nvPr>
        </p:nvSpPr>
        <p:spPr/>
        <p:txBody>
          <a:bodyPr/>
          <a:lstStyle/>
          <a:p>
            <a:fld id="{E5137D0E-4A4F-4307-8994-C1891D747D59}" type="slidenum">
              <a:rPr lang="en-US" smtClean="0"/>
              <a:t>‹#›</a:t>
            </a:fld>
            <a:endParaRPr lang="en-US" dirty="0"/>
          </a:p>
        </p:txBody>
      </p:sp>
    </p:spTree>
    <p:extLst>
      <p:ext uri="{BB962C8B-B14F-4D97-AF65-F5344CB8AC3E}">
        <p14:creationId xmlns:p14="http://schemas.microsoft.com/office/powerpoint/2010/main" val="522290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52012" y="533400"/>
            <a:ext cx="1371600" cy="5592764"/>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522411" y="533400"/>
            <a:ext cx="8077201" cy="5592764"/>
          </a:xfrm>
        </p:spPr>
        <p:txBody>
          <a:bodyPr vert="eaVert"/>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83829175-527E-46A3-863C-1BB1F163B849}" type="datetimeFigureOut">
              <a:rPr lang="en-US" smtClean="0"/>
              <a:t>6/18/2025</a:t>
            </a:fld>
            <a:endParaRPr lang="en-US" dirty="0"/>
          </a:p>
        </p:txBody>
      </p:sp>
      <p:sp>
        <p:nvSpPr>
          <p:cNvPr id="6" name="Slide Number Placeholder 5"/>
          <p:cNvSpPr>
            <a:spLocks noGrp="1"/>
          </p:cNvSpPr>
          <p:nvPr>
            <p:ph type="sldNum" sz="quarter" idx="12"/>
          </p:nvPr>
        </p:nvSpPr>
        <p:spPr/>
        <p:txBody>
          <a:bodyPr/>
          <a:lstStyle/>
          <a:p>
            <a:fld id="{E5137D0E-4A4F-4307-8994-C1891D747D59}" type="slidenum">
              <a:rPr lang="en-US" smtClean="0"/>
              <a:t>‹#›</a:t>
            </a:fld>
            <a:endParaRPr lang="en-US" dirty="0"/>
          </a:p>
        </p:txBody>
      </p:sp>
    </p:spTree>
    <p:extLst>
      <p:ext uri="{BB962C8B-B14F-4D97-AF65-F5344CB8AC3E}">
        <p14:creationId xmlns:p14="http://schemas.microsoft.com/office/powerpoint/2010/main" val="2575236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 y="0"/>
            <a:ext cx="12188825" cy="6858000"/>
          </a:xfrm>
          <a:prstGeom prst="rect">
            <a:avLst/>
          </a:prstGeom>
        </p:spPr>
      </p:pic>
      <p:sp>
        <p:nvSpPr>
          <p:cNvPr id="2" name="Title Placeholder 1"/>
          <p:cNvSpPr>
            <a:spLocks noGrp="1"/>
          </p:cNvSpPr>
          <p:nvPr>
            <p:ph type="title"/>
          </p:nvPr>
        </p:nvSpPr>
        <p:spPr>
          <a:xfrm>
            <a:off x="1065212" y="533400"/>
            <a:ext cx="9601200" cy="1143000"/>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065212" y="1828800"/>
            <a:ext cx="9601200" cy="41910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3"/>
          </p:nvPr>
        </p:nvSpPr>
        <p:spPr>
          <a:xfrm>
            <a:off x="1517950" y="6324600"/>
            <a:ext cx="6862462" cy="273049"/>
          </a:xfrm>
          <a:prstGeom prst="rect">
            <a:avLst/>
          </a:prstGeom>
        </p:spPr>
        <p:txBody>
          <a:bodyPr vert="horz" lIns="91440" tIns="45720" rIns="91440" bIns="45720" rtlCol="0" anchor="ctr"/>
          <a:lstStyle>
            <a:lvl1pPr algn="l">
              <a:defRPr sz="1100">
                <a:solidFill>
                  <a:schemeClr val="tx1"/>
                </a:solidFill>
              </a:defRPr>
            </a:lvl1pPr>
          </a:lstStyle>
          <a:p>
            <a:r>
              <a:rPr lang="en-US" dirty="0"/>
              <a:t>Add a footer</a:t>
            </a:r>
          </a:p>
        </p:txBody>
      </p:sp>
      <p:sp>
        <p:nvSpPr>
          <p:cNvPr id="4" name="Date Placeholder 3"/>
          <p:cNvSpPr>
            <a:spLocks noGrp="1"/>
          </p:cNvSpPr>
          <p:nvPr>
            <p:ph type="dt" sz="half" idx="2"/>
          </p:nvPr>
        </p:nvSpPr>
        <p:spPr>
          <a:xfrm>
            <a:off x="8609012" y="6324600"/>
            <a:ext cx="1320059" cy="273049"/>
          </a:xfrm>
          <a:prstGeom prst="rect">
            <a:avLst/>
          </a:prstGeom>
        </p:spPr>
        <p:txBody>
          <a:bodyPr vert="horz" lIns="91440" tIns="45720" rIns="91440" bIns="45720" rtlCol="0" anchor="ctr"/>
          <a:lstStyle>
            <a:lvl1pPr algn="r">
              <a:defRPr sz="1100">
                <a:solidFill>
                  <a:schemeClr val="tx1"/>
                </a:solidFill>
              </a:defRPr>
            </a:lvl1pPr>
          </a:lstStyle>
          <a:p>
            <a:fld id="{83829175-527E-46A3-863C-1BB1F163B849}" type="datetimeFigureOut">
              <a:rPr lang="en-US" smtClean="0"/>
              <a:pPr/>
              <a:t>6/18/2025</a:t>
            </a:fld>
            <a:endParaRPr lang="en-US" dirty="0"/>
          </a:p>
        </p:txBody>
      </p:sp>
      <p:sp>
        <p:nvSpPr>
          <p:cNvPr id="6" name="Slide Number Placeholder 5"/>
          <p:cNvSpPr>
            <a:spLocks noGrp="1"/>
          </p:cNvSpPr>
          <p:nvPr>
            <p:ph type="sldNum" sz="quarter" idx="4"/>
          </p:nvPr>
        </p:nvSpPr>
        <p:spPr>
          <a:xfrm>
            <a:off x="10133012" y="6324600"/>
            <a:ext cx="990601" cy="273049"/>
          </a:xfrm>
          <a:prstGeom prst="rect">
            <a:avLst/>
          </a:prstGeom>
        </p:spPr>
        <p:txBody>
          <a:bodyPr vert="horz" lIns="91440" tIns="45720" rIns="91440" bIns="45720" rtlCol="0" anchor="ctr"/>
          <a:lstStyle>
            <a:lvl1pPr algn="r">
              <a:defRPr sz="1100">
                <a:solidFill>
                  <a:schemeClr val="tx1"/>
                </a:solidFill>
              </a:defRPr>
            </a:lvl1pPr>
          </a:lstStyle>
          <a:p>
            <a:fld id="{E5137D0E-4A4F-4307-8994-C1891D747D59}" type="slidenum">
              <a:rPr lang="en-US" smtClean="0"/>
              <a:pPr/>
              <a:t>‹#›</a:t>
            </a:fld>
            <a:endParaRPr lang="en-US" dirty="0"/>
          </a:p>
        </p:txBody>
      </p:sp>
    </p:spTree>
    <p:extLst>
      <p:ext uri="{BB962C8B-B14F-4D97-AF65-F5344CB8AC3E}">
        <p14:creationId xmlns:p14="http://schemas.microsoft.com/office/powerpoint/2010/main" val="381654032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200" kern="1200">
          <a:solidFill>
            <a:schemeClr val="tx1"/>
          </a:solidFill>
          <a:latin typeface="+mj-lt"/>
          <a:ea typeface="+mj-ea"/>
          <a:cs typeface="+mj-cs"/>
        </a:defRPr>
      </a:lvl1pPr>
    </p:titleStyle>
    <p:bodyStyle>
      <a:lvl1pPr marL="223838" indent="-223838" algn="l" defTabSz="914400" rtl="0" eaLnBrk="1" latinLnBrk="0" hangingPunct="1">
        <a:lnSpc>
          <a:spcPct val="90000"/>
        </a:lnSpc>
        <a:spcBef>
          <a:spcPts val="1800"/>
        </a:spcBef>
        <a:buFont typeface="Arial" pitchFamily="34" charset="0"/>
        <a:buChar char="•"/>
        <a:defRPr sz="2000" kern="1200">
          <a:solidFill>
            <a:schemeClr val="tx1"/>
          </a:solidFill>
          <a:latin typeface="+mn-lt"/>
          <a:ea typeface="+mn-ea"/>
          <a:cs typeface="+mn-cs"/>
        </a:defRPr>
      </a:lvl1pPr>
      <a:lvl2pPr marL="502920" indent="-223838" algn="l" defTabSz="914400" rtl="0" eaLnBrk="1" latinLnBrk="0" hangingPunct="1">
        <a:lnSpc>
          <a:spcPct val="90000"/>
        </a:lnSpc>
        <a:spcBef>
          <a:spcPts val="800"/>
        </a:spcBef>
        <a:buFont typeface="Arial" pitchFamily="34" charset="0"/>
        <a:buChar char="–"/>
        <a:defRPr sz="1800" kern="1200">
          <a:solidFill>
            <a:schemeClr val="tx1"/>
          </a:solidFill>
          <a:latin typeface="+mn-lt"/>
          <a:ea typeface="+mn-ea"/>
          <a:cs typeface="+mn-cs"/>
        </a:defRPr>
      </a:lvl2pPr>
      <a:lvl3pPr marL="741363" indent="-171450" algn="l" defTabSz="914400" rtl="0" eaLnBrk="1" latinLnBrk="0" hangingPunct="1">
        <a:lnSpc>
          <a:spcPct val="90000"/>
        </a:lnSpc>
        <a:spcBef>
          <a:spcPts val="600"/>
        </a:spcBef>
        <a:buFont typeface="Arial" pitchFamily="34" charset="0"/>
        <a:buChar char="•"/>
        <a:defRPr sz="1600" kern="1200">
          <a:solidFill>
            <a:schemeClr val="tx1"/>
          </a:solidFill>
          <a:latin typeface="+mn-lt"/>
          <a:ea typeface="+mn-ea"/>
          <a:cs typeface="+mn-cs"/>
        </a:defRPr>
      </a:lvl3pPr>
      <a:lvl4pPr marL="966788" indent="-173038" algn="l" defTabSz="914400" rtl="0" eaLnBrk="1" latinLnBrk="0" hangingPunct="1">
        <a:lnSpc>
          <a:spcPct val="90000"/>
        </a:lnSpc>
        <a:spcBef>
          <a:spcPts val="600"/>
        </a:spcBef>
        <a:buFont typeface="Arial" pitchFamily="34" charset="0"/>
        <a:buChar char="–"/>
        <a:defRPr sz="1400" kern="1200">
          <a:solidFill>
            <a:schemeClr val="tx1"/>
          </a:solidFill>
          <a:latin typeface="+mn-lt"/>
          <a:ea typeface="+mn-ea"/>
          <a:cs typeface="+mn-cs"/>
        </a:defRPr>
      </a:lvl4pPr>
      <a:lvl5pPr marL="1208088" indent="-173038" algn="l" defTabSz="914400" rtl="0" eaLnBrk="1" latinLnBrk="0" hangingPunct="1">
        <a:lnSpc>
          <a:spcPct val="90000"/>
        </a:lnSpc>
        <a:spcBef>
          <a:spcPts val="600"/>
        </a:spcBef>
        <a:buFont typeface="Arial" pitchFamily="34" charset="0"/>
        <a:buChar char="•"/>
        <a:defRPr sz="1400" kern="1200">
          <a:solidFill>
            <a:schemeClr val="tx1"/>
          </a:solidFill>
          <a:latin typeface="+mn-lt"/>
          <a:ea typeface="+mn-ea"/>
          <a:cs typeface="+mn-cs"/>
        </a:defRPr>
      </a:lvl5pPr>
      <a:lvl6pPr marL="1444752" indent="-173736" algn="l" defTabSz="914400" rtl="0" eaLnBrk="1" latinLnBrk="0" hangingPunct="1">
        <a:lnSpc>
          <a:spcPct val="90000"/>
        </a:lnSpc>
        <a:spcBef>
          <a:spcPts val="600"/>
        </a:spcBef>
        <a:buFont typeface="Arial" pitchFamily="34" charset="0"/>
        <a:buChar char="–"/>
        <a:defRPr sz="1400" kern="1200">
          <a:solidFill>
            <a:schemeClr val="tx1"/>
          </a:solidFill>
          <a:latin typeface="+mn-lt"/>
          <a:ea typeface="+mn-ea"/>
          <a:cs typeface="+mn-cs"/>
        </a:defRPr>
      </a:lvl6pPr>
      <a:lvl7pPr marL="1682496" indent="-173736" algn="l" defTabSz="914400" rtl="0" eaLnBrk="1" latinLnBrk="0" hangingPunct="1">
        <a:lnSpc>
          <a:spcPct val="90000"/>
        </a:lnSpc>
        <a:spcBef>
          <a:spcPts val="600"/>
        </a:spcBef>
        <a:buFont typeface="Arial" pitchFamily="34" charset="0"/>
        <a:buChar char="•"/>
        <a:defRPr sz="1400" kern="1200">
          <a:solidFill>
            <a:schemeClr val="tx1"/>
          </a:solidFill>
          <a:latin typeface="+mn-lt"/>
          <a:ea typeface="+mn-ea"/>
          <a:cs typeface="+mn-cs"/>
        </a:defRPr>
      </a:lvl7pPr>
      <a:lvl8pPr marL="1920240" indent="-173736" algn="l" defTabSz="914400" rtl="0" eaLnBrk="1" latinLnBrk="0" hangingPunct="1">
        <a:lnSpc>
          <a:spcPct val="90000"/>
        </a:lnSpc>
        <a:spcBef>
          <a:spcPts val="600"/>
        </a:spcBef>
        <a:buFont typeface="Arial" pitchFamily="34" charset="0"/>
        <a:buChar char="–"/>
        <a:defRPr sz="1400" kern="1200">
          <a:solidFill>
            <a:schemeClr val="tx1"/>
          </a:solidFill>
          <a:latin typeface="+mn-lt"/>
          <a:ea typeface="+mn-ea"/>
          <a:cs typeface="+mn-cs"/>
        </a:defRPr>
      </a:lvl8pPr>
      <a:lvl9pPr marL="2157984" indent="-173736" algn="l" defTabSz="914400" rtl="0" eaLnBrk="1" latinLnBrk="0" hangingPunct="1">
        <a:lnSpc>
          <a:spcPct val="90000"/>
        </a:lnSpc>
        <a:spcBef>
          <a:spcPts val="600"/>
        </a:spcBef>
        <a:buFont typeface="Arial" pitchFamily="34" charset="0"/>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0" orient="horz" pos="2160" userDrawn="1">
          <p15:clr>
            <a:srgbClr val="F26B43"/>
          </p15:clr>
        </p15:guide>
        <p15:guide id="1" pos="3839" userDrawn="1">
          <p15:clr>
            <a:srgbClr val="F26B43"/>
          </p15:clr>
        </p15:guide>
        <p15:guide id="2" pos="671" userDrawn="1">
          <p15:clr>
            <a:srgbClr val="F26B43"/>
          </p15:clr>
        </p15:guide>
        <p15:guide id="3" pos="671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40419" y="41366"/>
            <a:ext cx="9144000" cy="3505200"/>
          </a:xfrm>
        </p:spPr>
        <p:txBody>
          <a:bodyPr/>
          <a:lstStyle/>
          <a:p>
            <a:r>
              <a:rPr lang="en-US" sz="4800" dirty="0">
                <a:solidFill>
                  <a:schemeClr val="accent5">
                    <a:lumMod val="60000"/>
                    <a:lumOff val="40000"/>
                  </a:schemeClr>
                </a:solidFill>
              </a:rPr>
              <a:t>DATA STRUCTURES AND ALGORITHMS</a:t>
            </a:r>
          </a:p>
        </p:txBody>
      </p:sp>
      <p:sp>
        <p:nvSpPr>
          <p:cNvPr id="3" name="Subtitle 2"/>
          <p:cNvSpPr>
            <a:spLocks noGrp="1"/>
          </p:cNvSpPr>
          <p:nvPr>
            <p:ph type="subTitle" idx="1"/>
          </p:nvPr>
        </p:nvSpPr>
        <p:spPr>
          <a:xfrm>
            <a:off x="1522412" y="4495800"/>
            <a:ext cx="8534399" cy="1219200"/>
          </a:xfrm>
        </p:spPr>
        <p:txBody>
          <a:bodyPr>
            <a:normAutofit/>
          </a:bodyPr>
          <a:lstStyle/>
          <a:p>
            <a:pPr algn="ctr"/>
            <a:r>
              <a:rPr lang="en-US" sz="2800" dirty="0"/>
              <a:t>FINAL PROJECT</a:t>
            </a:r>
          </a:p>
        </p:txBody>
      </p:sp>
    </p:spTree>
    <p:extLst>
      <p:ext uri="{BB962C8B-B14F-4D97-AF65-F5344CB8AC3E}">
        <p14:creationId xmlns:p14="http://schemas.microsoft.com/office/powerpoint/2010/main" val="456561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pPr algn="ctr"/>
            <a:r>
              <a:rPr lang="en-US" dirty="0"/>
              <a:t>TITLE</a:t>
            </a:r>
          </a:p>
        </p:txBody>
      </p:sp>
      <p:sp>
        <p:nvSpPr>
          <p:cNvPr id="2" name="Content Placeholder 1"/>
          <p:cNvSpPr>
            <a:spLocks noGrp="1" noChangeArrowheads="1"/>
          </p:cNvSpPr>
          <p:nvPr>
            <p:ph idx="1"/>
          </p:nvPr>
        </p:nvSpPr>
        <p:spPr bwMode="auto">
          <a:xfrm>
            <a:off x="2817812" y="1828800"/>
            <a:ext cx="6781800" cy="184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lang="en-US" altLang="en-US" sz="2400" b="1" dirty="0">
                <a:latin typeface="+mj-lt"/>
              </a:rPr>
              <a:t>AMAZON PARCEL DELIVERY SYSYTEM</a:t>
            </a:r>
            <a:endParaRPr kumimoji="0" lang="en-US" altLang="en-US" sz="2400" b="1"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rPr>
              <a:t>A Comprehensive Data Structures and Algorithms Project  </a:t>
            </a:r>
            <a:endParaRPr lang="en-US" altLang="en-US" sz="2400" dirty="0"/>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18012" y="3505200"/>
            <a:ext cx="3048229" cy="2476686"/>
          </a:xfrm>
          <a:prstGeom prst="rect">
            <a:avLst/>
          </a:prstGeom>
        </p:spPr>
      </p:pic>
    </p:spTree>
    <p:extLst>
      <p:ext uri="{BB962C8B-B14F-4D97-AF65-F5344CB8AC3E}">
        <p14:creationId xmlns:p14="http://schemas.microsoft.com/office/powerpoint/2010/main" val="4124289749"/>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3812" y="1447800"/>
            <a:ext cx="9601200" cy="1143000"/>
          </a:xfrm>
        </p:spPr>
        <p:txBody>
          <a:bodyPr/>
          <a:lstStyle/>
          <a:p>
            <a:r>
              <a:rPr lang="en-US" dirty="0"/>
              <a:t>PRESENTED BY</a:t>
            </a:r>
          </a:p>
        </p:txBody>
      </p:sp>
      <p:graphicFrame>
        <p:nvGraphicFramePr>
          <p:cNvPr id="4" name="Table 3"/>
          <p:cNvGraphicFramePr>
            <a:graphicFrameLocks noGrp="1"/>
          </p:cNvGraphicFramePr>
          <p:nvPr>
            <p:extLst>
              <p:ext uri="{D42A27DB-BD31-4B8C-83A1-F6EECF244321}">
                <p14:modId xmlns:p14="http://schemas.microsoft.com/office/powerpoint/2010/main" val="505605474"/>
              </p:ext>
            </p:extLst>
          </p:nvPr>
        </p:nvGraphicFramePr>
        <p:xfrm>
          <a:off x="1903412" y="3200400"/>
          <a:ext cx="8125884" cy="2179320"/>
        </p:xfrm>
        <a:graphic>
          <a:graphicData uri="http://schemas.openxmlformats.org/drawingml/2006/table">
            <a:tbl>
              <a:tblPr firstRow="1" bandRow="1">
                <a:tableStyleId>{5C22544A-7EE6-4342-B048-85BDC9FD1C3A}</a:tableStyleId>
              </a:tblPr>
              <a:tblGrid>
                <a:gridCol w="4062942">
                  <a:extLst>
                    <a:ext uri="{9D8B030D-6E8A-4147-A177-3AD203B41FA5}">
                      <a16:colId xmlns:a16="http://schemas.microsoft.com/office/drawing/2014/main" val="20000"/>
                    </a:ext>
                  </a:extLst>
                </a:gridCol>
                <a:gridCol w="4062942">
                  <a:extLst>
                    <a:ext uri="{9D8B030D-6E8A-4147-A177-3AD203B41FA5}">
                      <a16:colId xmlns:a16="http://schemas.microsoft.com/office/drawing/2014/main" val="20001"/>
                    </a:ext>
                  </a:extLst>
                </a:gridCol>
              </a:tblGrid>
              <a:tr h="1089660">
                <a:tc>
                  <a:txBody>
                    <a:bodyPr/>
                    <a:lstStyle/>
                    <a:p>
                      <a:r>
                        <a:rPr lang="en-US" dirty="0"/>
                        <a:t>PARNIA AHMAD</a:t>
                      </a:r>
                    </a:p>
                  </a:txBody>
                  <a:tcPr/>
                </a:tc>
                <a:tc>
                  <a:txBody>
                    <a:bodyPr/>
                    <a:lstStyle/>
                    <a:p>
                      <a:pPr algn="ctr"/>
                      <a:r>
                        <a:rPr lang="en-US" dirty="0"/>
                        <a:t>SP24-BCS-084</a:t>
                      </a:r>
                    </a:p>
                  </a:txBody>
                  <a:tcPr/>
                </a:tc>
                <a:extLst>
                  <a:ext uri="{0D108BD9-81ED-4DB2-BD59-A6C34878D82A}">
                    <a16:rowId xmlns:a16="http://schemas.microsoft.com/office/drawing/2014/main" val="10000"/>
                  </a:ext>
                </a:extLst>
              </a:tr>
              <a:tr h="1089660">
                <a:tc>
                  <a:txBody>
                    <a:bodyPr/>
                    <a:lstStyle/>
                    <a:p>
                      <a:pPr algn="l"/>
                      <a:r>
                        <a:rPr lang="en-US" dirty="0"/>
                        <a:t>ZAINAB AKHTER </a:t>
                      </a:r>
                    </a:p>
                  </a:txBody>
                  <a:tcPr/>
                </a:tc>
                <a:tc>
                  <a:txBody>
                    <a:bodyPr/>
                    <a:lstStyle/>
                    <a:p>
                      <a:pPr algn="ctr"/>
                      <a:r>
                        <a:rPr lang="en-US" dirty="0"/>
                        <a:t>SP24-BCS-099</a:t>
                      </a: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7581449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chemeClr val="accent1">
                    <a:lumMod val="50000"/>
                  </a:schemeClr>
                </a:solidFill>
              </a:rPr>
              <a:t>INTRODUCTION</a:t>
            </a:r>
          </a:p>
        </p:txBody>
      </p:sp>
      <p:sp>
        <p:nvSpPr>
          <p:cNvPr id="4" name="Rectangle 1"/>
          <p:cNvSpPr>
            <a:spLocks noGrp="1" noChangeArrowheads="1"/>
          </p:cNvSpPr>
          <p:nvPr>
            <p:ph idx="1"/>
          </p:nvPr>
        </p:nvSpPr>
        <p:spPr bwMode="auto">
          <a:xfrm>
            <a:off x="836613" y="1790089"/>
            <a:ext cx="1013460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accent1">
                    <a:lumMod val="75000"/>
                  </a:schemeClr>
                </a:solidFill>
                <a:effectLst/>
              </a:rPr>
              <a:t>Objective: </a:t>
            </a:r>
            <a:r>
              <a:rPr kumimoji="0" lang="en-US" altLang="en-US" sz="1800" b="0" i="0" u="none" strike="noStrike" cap="none" normalizeH="0" baseline="0" dirty="0">
                <a:ln>
                  <a:noFill/>
                </a:ln>
                <a:solidFill>
                  <a:schemeClr val="tx1"/>
                </a:solidFill>
                <a:effectLst/>
              </a:rPr>
              <a:t>Build an efficient system to manage Amazon parcel deliveries using advanced</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rPr>
              <a:t> data structures and algorithms.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accent1">
                    <a:lumMod val="75000"/>
                  </a:schemeClr>
                </a:solidFill>
                <a:effectLst/>
              </a:rPr>
              <a:t>Context: </a:t>
            </a:r>
            <a:r>
              <a:rPr kumimoji="0" lang="en-US" altLang="en-US" sz="1800" b="0" i="0" u="none" strike="noStrike" cap="none" normalizeH="0" baseline="0" dirty="0">
                <a:ln>
                  <a:noFill/>
                </a:ln>
                <a:solidFill>
                  <a:schemeClr val="tx1"/>
                </a:solidFill>
                <a:effectLst/>
              </a:rPr>
              <a:t>Simulates Amazon’s logistics, handling parcels across cities like Lahore and Islamabad.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accent1">
                    <a:lumMod val="75000"/>
                  </a:schemeClr>
                </a:solidFill>
                <a:effectLst/>
              </a:rPr>
              <a:t>Dataset</a:t>
            </a:r>
            <a:r>
              <a:rPr kumimoji="0" lang="en-US" altLang="en-US" sz="1800" b="0" i="0" u="none" strike="noStrike" cap="none" normalizeH="0" baseline="0" dirty="0">
                <a:ln>
                  <a:noFill/>
                </a:ln>
                <a:solidFill>
                  <a:schemeClr val="tx1"/>
                </a:solidFill>
                <a:effectLst/>
              </a:rPr>
              <a:t>: amazon_delivery.csv with 100 parcels, including Order ID, Agent Age, Area,</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t>  </a:t>
            </a:r>
            <a:r>
              <a:rPr kumimoji="0" lang="en-US" altLang="en-US" sz="1800" b="0" i="0" u="none" strike="noStrike" cap="none" normalizeH="0" baseline="0" dirty="0">
                <a:ln>
                  <a:noFill/>
                </a:ln>
                <a:solidFill>
                  <a:schemeClr val="tx1"/>
                </a:solidFill>
                <a:effectLst/>
              </a:rPr>
              <a:t>Delivery Time, and Category.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accent1">
                    <a:lumMod val="75000"/>
                  </a:schemeClr>
                </a:solidFill>
                <a:effectLst/>
              </a:rPr>
              <a:t>Implementation: </a:t>
            </a:r>
            <a:r>
              <a:rPr kumimoji="0" lang="en-US" altLang="en-US" sz="1800" b="0" i="0" u="none" strike="noStrike" cap="none" normalizeH="0" baseline="0" dirty="0">
                <a:ln>
                  <a:noFill/>
                </a:ln>
                <a:solidFill>
                  <a:schemeClr val="tx1"/>
                </a:solidFill>
                <a:effectLst/>
              </a:rPr>
              <a:t>Written in C++ for scalability and performance. </a:t>
            </a:r>
          </a:p>
        </p:txBody>
      </p:sp>
    </p:spTree>
    <p:extLst>
      <p:ext uri="{BB962C8B-B14F-4D97-AF65-F5344CB8AC3E}">
        <p14:creationId xmlns:p14="http://schemas.microsoft.com/office/powerpoint/2010/main" val="3689592236"/>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6212" y="1447800"/>
            <a:ext cx="9144000" cy="2819400"/>
          </a:xfrm>
        </p:spPr>
        <p:txBody>
          <a:bodyPr/>
          <a:lstStyle/>
          <a:p>
            <a:r>
              <a:rPr lang="en-US" u="sng" dirty="0">
                <a:solidFill>
                  <a:schemeClr val="accent1">
                    <a:lumMod val="75000"/>
                  </a:schemeClr>
                </a:solidFill>
              </a:rPr>
              <a:t>DATA STRUCTURES OVERVIEW</a:t>
            </a:r>
          </a:p>
        </p:txBody>
      </p:sp>
      <p:sp>
        <p:nvSpPr>
          <p:cNvPr id="3" name="Text Placeholder 2"/>
          <p:cNvSpPr>
            <a:spLocks noGrp="1"/>
          </p:cNvSpPr>
          <p:nvPr>
            <p:ph type="body" idx="1"/>
          </p:nvPr>
        </p:nvSpPr>
        <p:spPr>
          <a:xfrm>
            <a:off x="531812" y="-571500"/>
            <a:ext cx="8229600" cy="1143000"/>
          </a:xfrm>
        </p:spPr>
        <p:txBody>
          <a:bodyPr/>
          <a:lstStyle/>
          <a:p>
            <a:endParaRPr lang="en-US" dirty="0"/>
          </a:p>
        </p:txBody>
      </p:sp>
    </p:spTree>
    <p:extLst>
      <p:ext uri="{BB962C8B-B14F-4D97-AF65-F5344CB8AC3E}">
        <p14:creationId xmlns:p14="http://schemas.microsoft.com/office/powerpoint/2010/main" val="2873117324"/>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type="title"/>
          </p:nvPr>
        </p:nvSpPr>
        <p:spPr bwMode="auto">
          <a:xfrm>
            <a:off x="1065212" y="932408"/>
            <a:ext cx="9753600"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accent1">
                    <a:lumMod val="75000"/>
                  </a:schemeClr>
                </a:solidFill>
                <a:effectLst/>
                <a:latin typeface="+mn-lt"/>
              </a:rPr>
              <a:t>Doubly Linked List</a:t>
            </a:r>
            <a:r>
              <a:rPr kumimoji="0" lang="en-US" altLang="en-US" sz="2400" b="0" i="0" u="none" strike="noStrike" cap="none" normalizeH="0" baseline="0" dirty="0">
                <a:ln>
                  <a:noFill/>
                </a:ln>
                <a:solidFill>
                  <a:schemeClr val="tx1"/>
                </a:solidFill>
                <a:effectLst/>
                <a:latin typeface="+mn-lt"/>
              </a:rPr>
              <a:t>: Stores parcels for easy traversal and deletion.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accent1">
                    <a:lumMod val="75000"/>
                  </a:schemeClr>
                </a:solidFill>
                <a:effectLst/>
                <a:latin typeface="+mn-lt"/>
              </a:rPr>
              <a:t>Queue: </a:t>
            </a:r>
            <a:r>
              <a:rPr kumimoji="0" lang="en-US" altLang="en-US" sz="2400" b="0" i="0" u="none" strike="noStrike" cap="none" normalizeH="0" baseline="0" dirty="0">
                <a:ln>
                  <a:noFill/>
                </a:ln>
                <a:solidFill>
                  <a:schemeClr val="tx1"/>
                </a:solidFill>
                <a:effectLst/>
                <a:latin typeface="+mn-lt"/>
              </a:rPr>
              <a:t>Manages parcels pending pickup (FIFO).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accent1">
                    <a:lumMod val="75000"/>
                  </a:schemeClr>
                </a:solidFill>
                <a:effectLst/>
                <a:latin typeface="+mn-lt"/>
              </a:rPr>
              <a:t>Stack: </a:t>
            </a:r>
            <a:r>
              <a:rPr kumimoji="0" lang="en-US" altLang="en-US" sz="2400" b="0" i="0" u="none" strike="noStrike" cap="none" normalizeH="0" baseline="0" dirty="0">
                <a:ln>
                  <a:noFill/>
                </a:ln>
                <a:solidFill>
                  <a:schemeClr val="tx1"/>
                </a:solidFill>
                <a:effectLst/>
                <a:latin typeface="+mn-lt"/>
              </a:rPr>
              <a:t>Tracks delivered parcels (LIFO).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accent1">
                    <a:lumMod val="75000"/>
                  </a:schemeClr>
                </a:solidFill>
                <a:effectLst/>
                <a:latin typeface="+mn-lt"/>
              </a:rPr>
              <a:t>Binary Search Tree (BST): </a:t>
            </a:r>
            <a:r>
              <a:rPr kumimoji="0" lang="en-US" altLang="en-US" sz="2400" b="0" i="0" u="none" strike="noStrike" cap="none" normalizeH="0" baseline="0" dirty="0">
                <a:ln>
                  <a:noFill/>
                </a:ln>
                <a:solidFill>
                  <a:schemeClr val="tx1"/>
                </a:solidFill>
                <a:effectLst/>
                <a:latin typeface="+mn-lt"/>
              </a:rPr>
              <a:t>Organizes parcels by delivery time for fastest delivery queries.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accent1">
                    <a:lumMod val="75000"/>
                  </a:schemeClr>
                </a:solidFill>
                <a:effectLst/>
                <a:latin typeface="+mn-lt"/>
              </a:rPr>
              <a:t>AVL Tree: </a:t>
            </a:r>
            <a:r>
              <a:rPr kumimoji="0" lang="en-US" altLang="en-US" sz="2400" b="0" i="0" u="none" strike="noStrike" cap="none" normalizeH="0" baseline="0" dirty="0">
                <a:ln>
                  <a:noFill/>
                </a:ln>
                <a:solidFill>
                  <a:schemeClr val="tx1"/>
                </a:solidFill>
                <a:effectLst/>
                <a:latin typeface="+mn-lt"/>
              </a:rPr>
              <a:t>Groups parcels by area with balanced searches.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accent1">
                    <a:lumMod val="75000"/>
                  </a:schemeClr>
                </a:solidFill>
                <a:effectLst/>
                <a:latin typeface="+mn-lt"/>
              </a:rPr>
              <a:t>Min-Heap: </a:t>
            </a:r>
            <a:r>
              <a:rPr kumimoji="0" lang="en-US" altLang="en-US" sz="2400" b="0" i="0" u="none" strike="noStrike" cap="none" normalizeH="0" baseline="0" dirty="0">
                <a:ln>
                  <a:noFill/>
                </a:ln>
                <a:solidFill>
                  <a:schemeClr val="tx1"/>
                </a:solidFill>
                <a:effectLst/>
                <a:latin typeface="+mn-lt"/>
              </a:rPr>
              <a:t>Prioritizes urgent parcels by delivery time.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accent1">
                    <a:lumMod val="75000"/>
                  </a:schemeClr>
                </a:solidFill>
                <a:effectLst/>
                <a:latin typeface="+mn-lt"/>
              </a:rPr>
              <a:t>Hash Table: </a:t>
            </a:r>
            <a:r>
              <a:rPr kumimoji="0" lang="en-US" altLang="en-US" sz="2400" b="0" i="0" u="none" strike="noStrike" cap="none" normalizeH="0" baseline="0" dirty="0">
                <a:ln>
                  <a:noFill/>
                </a:ln>
                <a:solidFill>
                  <a:schemeClr val="tx1"/>
                </a:solidFill>
                <a:effectLst/>
                <a:latin typeface="+mn-lt"/>
              </a:rPr>
              <a:t>Enables fast lookup by Order ID.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accent1">
                    <a:lumMod val="75000"/>
                  </a:schemeClr>
                </a:solidFill>
                <a:effectLst/>
                <a:latin typeface="+mn-lt"/>
              </a:rPr>
              <a:t>Graph: </a:t>
            </a:r>
            <a:r>
              <a:rPr kumimoji="0" lang="en-US" altLang="en-US" sz="2400" b="0" i="0" u="none" strike="noStrike" cap="none" normalizeH="0" baseline="0" dirty="0">
                <a:ln>
                  <a:noFill/>
                </a:ln>
                <a:solidFill>
                  <a:schemeClr val="tx1"/>
                </a:solidFill>
                <a:effectLst/>
                <a:latin typeface="+mn-lt"/>
              </a:rPr>
              <a:t>Models delivery areas with weighted edges for route optimization. </a:t>
            </a:r>
          </a:p>
        </p:txBody>
      </p:sp>
    </p:spTree>
    <p:extLst>
      <p:ext uri="{BB962C8B-B14F-4D97-AF65-F5344CB8AC3E}">
        <p14:creationId xmlns:p14="http://schemas.microsoft.com/office/powerpoint/2010/main" val="498681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ATTRIBUTES USED</a:t>
            </a:r>
          </a:p>
        </p:txBody>
      </p:sp>
      <p:sp>
        <p:nvSpPr>
          <p:cNvPr id="3" name="Content Placeholder 2"/>
          <p:cNvSpPr>
            <a:spLocks noGrp="1"/>
          </p:cNvSpPr>
          <p:nvPr>
            <p:ph idx="1"/>
          </p:nvPr>
        </p:nvSpPr>
        <p:spPr/>
        <p:txBody>
          <a:bodyPr/>
          <a:lstStyle/>
          <a:p>
            <a:r>
              <a:rPr lang="en-US" dirty="0"/>
              <a:t> AGE</a:t>
            </a:r>
          </a:p>
          <a:p>
            <a:r>
              <a:rPr lang="en-US" dirty="0"/>
              <a:t>ORDER ID</a:t>
            </a:r>
          </a:p>
          <a:p>
            <a:r>
              <a:rPr lang="en-US" dirty="0"/>
              <a:t>PICKUP TIME</a:t>
            </a:r>
          </a:p>
          <a:p>
            <a:r>
              <a:rPr lang="en-US" dirty="0"/>
              <a:t>AREA</a:t>
            </a:r>
          </a:p>
          <a:p>
            <a:r>
              <a:rPr lang="en-US" dirty="0"/>
              <a:t>DELIVERY TIME</a:t>
            </a:r>
          </a:p>
          <a:p>
            <a:r>
              <a:rPr lang="en-US" dirty="0"/>
              <a:t>CATEGORY</a:t>
            </a:r>
          </a:p>
          <a:p>
            <a:r>
              <a:rPr lang="en-US" dirty="0"/>
              <a:t>VEHICLE </a:t>
            </a:r>
          </a:p>
          <a:p>
            <a:r>
              <a:rPr lang="en-US"/>
              <a:t>TRAFFIC</a:t>
            </a:r>
            <a:endParaRPr lang="en-US" dirty="0"/>
          </a:p>
        </p:txBody>
      </p:sp>
    </p:spTree>
    <p:extLst>
      <p:ext uri="{BB962C8B-B14F-4D97-AF65-F5344CB8AC3E}">
        <p14:creationId xmlns:p14="http://schemas.microsoft.com/office/powerpoint/2010/main" val="1750568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lstStyle/>
          <a:p>
            <a:pPr algn="ctr"/>
            <a:r>
              <a:rPr lang="en-US" sz="3200" dirty="0">
                <a:latin typeface="+mj-lt"/>
                <a:ea typeface="+mj-ea"/>
                <a:cs typeface="+mj-cs"/>
              </a:rPr>
              <a:t>Doubly</a:t>
            </a:r>
            <a:r>
              <a:rPr lang="en-US" dirty="0"/>
              <a:t> </a:t>
            </a:r>
            <a:r>
              <a:rPr lang="en-US" sz="3200" dirty="0">
                <a:latin typeface="+mj-lt"/>
                <a:ea typeface="+mj-ea"/>
                <a:cs typeface="+mj-cs"/>
              </a:rPr>
              <a:t>Linked</a:t>
            </a:r>
            <a:r>
              <a:rPr lang="en-US" dirty="0"/>
              <a:t> </a:t>
            </a:r>
            <a:r>
              <a:rPr lang="en-US" sz="3200" dirty="0">
                <a:latin typeface="+mj-lt"/>
                <a:ea typeface="+mj-ea"/>
                <a:cs typeface="+mj-cs"/>
              </a:rPr>
              <a:t>List</a:t>
            </a:r>
            <a:r>
              <a:rPr lang="en-US" dirty="0"/>
              <a:t>, </a:t>
            </a:r>
            <a:r>
              <a:rPr lang="en-US" sz="3200" dirty="0">
                <a:latin typeface="+mj-lt"/>
                <a:ea typeface="+mj-ea"/>
                <a:cs typeface="+mj-cs"/>
              </a:rPr>
              <a:t>Queue</a:t>
            </a:r>
            <a:r>
              <a:rPr lang="en-US" dirty="0"/>
              <a:t>, </a:t>
            </a:r>
            <a:r>
              <a:rPr lang="en-US" sz="3200" dirty="0">
                <a:latin typeface="+mj-lt"/>
                <a:ea typeface="+mj-ea"/>
                <a:cs typeface="+mj-cs"/>
              </a:rPr>
              <a:t>and</a:t>
            </a:r>
            <a:r>
              <a:rPr lang="en-US" dirty="0"/>
              <a:t> </a:t>
            </a:r>
            <a:r>
              <a:rPr lang="en-US" sz="3200" dirty="0">
                <a:latin typeface="+mj-lt"/>
                <a:ea typeface="+mj-ea"/>
                <a:cs typeface="+mj-cs"/>
              </a:rPr>
              <a:t>Stack</a:t>
            </a:r>
          </a:p>
        </p:txBody>
      </p:sp>
      <p:sp>
        <p:nvSpPr>
          <p:cNvPr id="4" name="Rectangle 1"/>
          <p:cNvSpPr>
            <a:spLocks noGrp="1" noChangeArrowheads="1"/>
          </p:cNvSpPr>
          <p:nvPr>
            <p:ph type="title"/>
          </p:nvPr>
        </p:nvSpPr>
        <p:spPr bwMode="auto">
          <a:xfrm>
            <a:off x="1535739" y="2284513"/>
            <a:ext cx="7483587"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accent1">
                  <a:lumMod val="75000"/>
                </a:schemeClr>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accent1">
                    <a:lumMod val="75000"/>
                  </a:schemeClr>
                </a:solidFill>
                <a:effectLst/>
                <a:latin typeface="+mn-lt"/>
              </a:rPr>
              <a:t>Doubly Linked List: </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mn-lt"/>
              </a:rPr>
              <a:t>              Stores parcel details (Order ID, Agent Age, Area, etc.). </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mn-lt"/>
              </a:rPr>
              <a:t>             </a:t>
            </a:r>
            <a:r>
              <a:rPr kumimoji="0" lang="en-US" altLang="en-US" sz="2000" b="0" i="0" u="none" strike="noStrike" cap="none" normalizeH="0" dirty="0">
                <a:ln>
                  <a:noFill/>
                </a:ln>
                <a:solidFill>
                  <a:schemeClr val="tx1"/>
                </a:solidFill>
                <a:effectLst/>
                <a:latin typeface="+mn-lt"/>
              </a:rPr>
              <a:t> </a:t>
            </a:r>
            <a:r>
              <a:rPr kumimoji="0" lang="en-US" altLang="en-US" sz="2000" b="0" i="0" u="none" strike="noStrike" cap="none" normalizeH="0" baseline="0" dirty="0">
                <a:ln>
                  <a:noFill/>
                </a:ln>
                <a:solidFill>
                  <a:schemeClr val="tx1"/>
                </a:solidFill>
                <a:effectLst/>
                <a:latin typeface="+mn-lt"/>
              </a:rPr>
              <a:t>Supports insertion, deletion, and bidirectional traversal. </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mn-lt"/>
              </a:rPr>
              <a:t>             Used for displaying all parcels and sorting by agent age. </a:t>
            </a:r>
            <a:br>
              <a:rPr kumimoji="0" lang="en-US" altLang="en-US" sz="2000" b="0" i="0" u="none" strike="noStrike" cap="none" normalizeH="0" baseline="0" dirty="0">
                <a:ln>
                  <a:noFill/>
                </a:ln>
                <a:solidFill>
                  <a:schemeClr val="tx1"/>
                </a:solidFill>
                <a:effectLst/>
                <a:latin typeface="+mn-lt"/>
              </a:rPr>
            </a:br>
            <a:br>
              <a:rPr kumimoji="0" lang="en-US" altLang="en-US" sz="2000" b="0" i="0" u="none" strike="noStrike" cap="none" normalizeH="0" baseline="0" dirty="0">
                <a:ln>
                  <a:noFill/>
                </a:ln>
                <a:solidFill>
                  <a:schemeClr val="tx1"/>
                </a:solidFill>
                <a:effectLst/>
                <a:latin typeface="+mn-lt"/>
              </a:rPr>
            </a:br>
            <a:br>
              <a:rPr lang="en-US" altLang="en-US" sz="2000" dirty="0">
                <a:latin typeface="+mn-lt"/>
              </a:rPr>
            </a:br>
            <a:endParaRPr kumimoji="0" lang="en-US" altLang="en-US" sz="2000" b="0" i="0" u="none" strike="noStrike" cap="none" normalizeH="0" baseline="0" dirty="0">
              <a:ln>
                <a:noFill/>
              </a:ln>
              <a:solidFill>
                <a:schemeClr val="tx1"/>
              </a:solidFill>
              <a:effectLst/>
              <a:latin typeface="+mn-lt"/>
            </a:endParaRP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351212" y="4072765"/>
            <a:ext cx="4358063" cy="1532585"/>
          </a:xfrm>
          <a:prstGeom prst="rect">
            <a:avLst/>
          </a:prstGeom>
        </p:spPr>
      </p:pic>
    </p:spTree>
    <p:extLst>
      <p:ext uri="{BB962C8B-B14F-4D97-AF65-F5344CB8AC3E}">
        <p14:creationId xmlns:p14="http://schemas.microsoft.com/office/powerpoint/2010/main" val="1417068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2" y="2388203"/>
            <a:ext cx="9144000" cy="2819400"/>
          </a:xfrm>
        </p:spPr>
        <p:txBody>
          <a:bodyPr/>
          <a:lstStyle/>
          <a:p>
            <a:pPr lvl="0" eaLnBrk="0" fontAlgn="base" hangingPunct="0">
              <a:lnSpc>
                <a:spcPct val="100000"/>
              </a:lnSpc>
              <a:spcAft>
                <a:spcPct val="0"/>
              </a:spcAft>
            </a:pPr>
            <a:r>
              <a:rPr lang="en-US" altLang="en-US" sz="2000" b="1" dirty="0">
                <a:solidFill>
                  <a:schemeClr val="accent1">
                    <a:lumMod val="75000"/>
                  </a:schemeClr>
                </a:solidFill>
              </a:rPr>
              <a:t>Queue:</a:t>
            </a:r>
            <a:br>
              <a:rPr lang="en-US" altLang="en-US" sz="2000" dirty="0"/>
            </a:br>
            <a:r>
              <a:rPr lang="en-US" altLang="en-US" sz="2000" dirty="0"/>
              <a:t>            </a:t>
            </a:r>
            <a:r>
              <a:rPr lang="en-US" altLang="en-US" sz="2000" dirty="0" err="1"/>
              <a:t>Enqueues</a:t>
            </a:r>
            <a:r>
              <a:rPr lang="en-US" altLang="en-US" sz="2000" dirty="0"/>
              <a:t> parcels for pickup, </a:t>
            </a:r>
            <a:r>
              <a:rPr lang="en-US" altLang="en-US" sz="2000" dirty="0" err="1"/>
              <a:t>dequeues</a:t>
            </a:r>
            <a:r>
              <a:rPr lang="en-US" altLang="en-US" sz="2000" dirty="0"/>
              <a:t> for delivery. </a:t>
            </a:r>
            <a:br>
              <a:rPr lang="en-US" altLang="en-US" sz="2000" dirty="0"/>
            </a:br>
            <a:br>
              <a:rPr lang="en-US" altLang="en-US" sz="2000" dirty="0"/>
            </a:br>
            <a:br>
              <a:rPr lang="en-US" altLang="en-US" sz="2000" dirty="0"/>
            </a:br>
            <a:br>
              <a:rPr lang="en-US" altLang="en-US" sz="2000" dirty="0"/>
            </a:br>
            <a:br>
              <a:rPr lang="en-US" altLang="en-US" sz="2000" dirty="0"/>
            </a:br>
            <a:br>
              <a:rPr lang="en-US" altLang="en-US" sz="2000" dirty="0"/>
            </a:br>
            <a:r>
              <a:rPr lang="en-US" altLang="en-US" sz="2000" b="1" dirty="0">
                <a:solidFill>
                  <a:schemeClr val="accent1">
                    <a:lumMod val="75000"/>
                  </a:schemeClr>
                </a:solidFill>
              </a:rPr>
              <a:t>Stack:   </a:t>
            </a:r>
            <a:r>
              <a:rPr lang="en-US" altLang="en-US" sz="2000" dirty="0"/>
              <a:t>Pushes delivered parcels to track recent deliveries.</a:t>
            </a:r>
            <a:r>
              <a:rPr lang="en-US" altLang="en-US" dirty="0"/>
              <a:t> </a:t>
            </a:r>
            <a:endParaRPr lang="en-US" dirty="0"/>
          </a:p>
        </p:txBody>
      </p:sp>
      <p:sp>
        <p:nvSpPr>
          <p:cNvPr id="3" name="Text Placeholder 2"/>
          <p:cNvSpPr>
            <a:spLocks noGrp="1"/>
          </p:cNvSpPr>
          <p:nvPr>
            <p:ph type="body" idx="1"/>
          </p:nvPr>
        </p:nvSpPr>
        <p:spPr>
          <a:xfrm>
            <a:off x="1065212" y="-457200"/>
            <a:ext cx="6172200" cy="76200"/>
          </a:xfrm>
        </p:spPr>
        <p:txBody>
          <a:bodyPr>
            <a:normAutofit fontScale="25000" lnSpcReduction="20000"/>
          </a:bodyPr>
          <a:lstStyle/>
          <a:p>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75012" y="2819400"/>
            <a:ext cx="3736601" cy="1371600"/>
          </a:xfrm>
          <a:prstGeom prst="rect">
            <a:avLst/>
          </a:prstGeom>
        </p:spPr>
      </p:pic>
    </p:spTree>
    <p:extLst>
      <p:ext uri="{BB962C8B-B14F-4D97-AF65-F5344CB8AC3E}">
        <p14:creationId xmlns:p14="http://schemas.microsoft.com/office/powerpoint/2010/main" val="970353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BST AND AVL</a:t>
            </a:r>
          </a:p>
        </p:txBody>
      </p:sp>
      <p:pic>
        <p:nvPicPr>
          <p:cNvPr id="13" name="Content Placeholder 12"/>
          <p:cNvPicPr>
            <a:picLocks noGrp="1" noChangeAspect="1"/>
          </p:cNvPicPr>
          <p:nvPr>
            <p:ph sz="half" idx="2"/>
          </p:nvPr>
        </p:nvPicPr>
        <p:blipFill>
          <a:blip r:embed="rId2" cstate="print">
            <a:extLst>
              <a:ext uri="{28A0092B-C50C-407E-A947-70E740481C1C}">
                <a14:useLocalDpi xmlns:a14="http://schemas.microsoft.com/office/drawing/2010/main" val="0"/>
              </a:ext>
            </a:extLst>
          </a:blip>
          <a:stretch>
            <a:fillRect/>
          </a:stretch>
        </p:blipFill>
        <p:spPr>
          <a:xfrm>
            <a:off x="1065213" y="3600040"/>
            <a:ext cx="46037" cy="40507"/>
          </a:xfrm>
        </p:spPr>
      </p:pic>
      <p:pic>
        <p:nvPicPr>
          <p:cNvPr id="12" name="Content Placeholder 11"/>
          <p:cNvPicPr>
            <a:picLocks noGrp="1" noChangeAspect="1"/>
          </p:cNvPicPr>
          <p:nvPr>
            <p:ph sz="quarter" idx="4"/>
          </p:nvPr>
        </p:nvPicPr>
        <p:blipFill>
          <a:blip r:embed="rId3"/>
          <a:stretch>
            <a:fillRect/>
          </a:stretch>
        </p:blipFill>
        <p:spPr>
          <a:xfrm>
            <a:off x="5713167" y="3722498"/>
            <a:ext cx="4953245" cy="1952069"/>
          </a:xfrm>
          <a:prstGeom prst="rect">
            <a:avLst/>
          </a:prstGeom>
        </p:spPr>
      </p:pic>
      <p:sp>
        <p:nvSpPr>
          <p:cNvPr id="8" name="Rectangle 2"/>
          <p:cNvSpPr>
            <a:spLocks noGrp="1" noChangeArrowheads="1"/>
          </p:cNvSpPr>
          <p:nvPr>
            <p:ph type="body" idx="1"/>
          </p:nvPr>
        </p:nvSpPr>
        <p:spPr bwMode="auto">
          <a:xfrm>
            <a:off x="1217612" y="1893838"/>
            <a:ext cx="32766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accent1">
                    <a:lumMod val="75000"/>
                  </a:schemeClr>
                </a:solidFill>
                <a:effectLst/>
                <a:latin typeface="Arial" panose="020B0604020202020204" pitchFamily="34" charset="0"/>
              </a:rPr>
              <a:t>Binary Search Tree (BST):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Organizes parcels by delivery time.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Finds fastest delivery by traversing to the leftmost node.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3"/>
          <p:cNvSpPr>
            <a:spLocks noGrp="1" noChangeArrowheads="1"/>
          </p:cNvSpPr>
          <p:nvPr>
            <p:ph type="body" sz="quarter" idx="3"/>
          </p:nvPr>
        </p:nvSpPr>
        <p:spPr bwMode="auto">
          <a:xfrm>
            <a:off x="6173660" y="1550075"/>
            <a:ext cx="4187952"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accent1">
                    <a:lumMod val="75000"/>
                  </a:schemeClr>
                </a:solidFill>
                <a:effectLst/>
                <a:latin typeface="Arial" panose="020B0604020202020204" pitchFamily="34" charset="0"/>
              </a:rPr>
              <a:t>AVL Tree: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Groups parcels by area with self-balancing properties.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Ensures O(log n) search and insertion.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Displays parcels sorted by area.</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4" name="Picture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88114" y="3886200"/>
            <a:ext cx="2612460" cy="2298651"/>
          </a:xfrm>
          <a:prstGeom prst="rect">
            <a:avLst/>
          </a:prstGeom>
        </p:spPr>
      </p:pic>
    </p:spTree>
    <p:extLst>
      <p:ext uri="{BB962C8B-B14F-4D97-AF65-F5344CB8AC3E}">
        <p14:creationId xmlns:p14="http://schemas.microsoft.com/office/powerpoint/2010/main" val="53397028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xEl>
                                              <p:pRg st="2" end="2"/>
                                            </p:txEl>
                                          </p:spTgt>
                                        </p:tgtEl>
                                        <p:attrNameLst>
                                          <p:attrName>style.visibility</p:attrName>
                                        </p:attrNameLst>
                                      </p:cBhvr>
                                      <p:to>
                                        <p:strVal val="visible"/>
                                      </p:to>
                                    </p:set>
                                    <p:animEffect transition="in" filter="fade">
                                      <p:cBhvr>
                                        <p:cTn id="14" dur="1000"/>
                                        <p:tgtEl>
                                          <p:spTgt spid="8">
                                            <p:txEl>
                                              <p:pRg st="2" end="2"/>
                                            </p:txEl>
                                          </p:spTgt>
                                        </p:tgtEl>
                                      </p:cBhvr>
                                    </p:animEffect>
                                    <p:anim calcmode="lin" valueType="num">
                                      <p:cBhvr>
                                        <p:cTn id="15"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xEl>
                                              <p:pRg st="3" end="3"/>
                                            </p:txEl>
                                          </p:spTgt>
                                        </p:tgtEl>
                                        <p:attrNameLst>
                                          <p:attrName>style.visibility</p:attrName>
                                        </p:attrNameLst>
                                      </p:cBhvr>
                                      <p:to>
                                        <p:strVal val="visible"/>
                                      </p:to>
                                    </p:set>
                                    <p:animEffect transition="in" filter="fade">
                                      <p:cBhvr>
                                        <p:cTn id="21" dur="1000"/>
                                        <p:tgtEl>
                                          <p:spTgt spid="8">
                                            <p:txEl>
                                              <p:pRg st="3" end="3"/>
                                            </p:txEl>
                                          </p:spTgt>
                                        </p:tgtEl>
                                      </p:cBhvr>
                                    </p:animEffect>
                                    <p:anim calcmode="lin" valueType="num">
                                      <p:cBhvr>
                                        <p:cTn id="22"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500"/>
                                        <p:tgtEl>
                                          <p:spTgt spid="14"/>
                                        </p:tgtEl>
                                      </p:cBhvr>
                                    </p:animEffect>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9">
                                            <p:txEl>
                                              <p:pRg st="0" end="0"/>
                                            </p:txEl>
                                          </p:spTgt>
                                        </p:tgtEl>
                                        <p:attrNameLst>
                                          <p:attrName>style.visibility</p:attrName>
                                        </p:attrNameLst>
                                      </p:cBhvr>
                                      <p:to>
                                        <p:strVal val="visible"/>
                                      </p:to>
                                    </p:set>
                                    <p:animEffect transition="in" filter="fade">
                                      <p:cBhvr>
                                        <p:cTn id="33" dur="1000"/>
                                        <p:tgtEl>
                                          <p:spTgt spid="9">
                                            <p:txEl>
                                              <p:pRg st="0" end="0"/>
                                            </p:txEl>
                                          </p:spTgt>
                                        </p:tgtEl>
                                      </p:cBhvr>
                                    </p:animEffect>
                                    <p:anim calcmode="lin" valueType="num">
                                      <p:cBhvr>
                                        <p:cTn id="34"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35" dur="1000" fill="hold"/>
                                        <p:tgtEl>
                                          <p:spTgt spid="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9">
                                            <p:txEl>
                                              <p:pRg st="1" end="1"/>
                                            </p:txEl>
                                          </p:spTgt>
                                        </p:tgtEl>
                                        <p:attrNameLst>
                                          <p:attrName>style.visibility</p:attrName>
                                        </p:attrNameLst>
                                      </p:cBhvr>
                                      <p:to>
                                        <p:strVal val="visible"/>
                                      </p:to>
                                    </p:set>
                                    <p:animEffect transition="in" filter="fade">
                                      <p:cBhvr>
                                        <p:cTn id="40" dur="1000"/>
                                        <p:tgtEl>
                                          <p:spTgt spid="9">
                                            <p:txEl>
                                              <p:pRg st="1" end="1"/>
                                            </p:txEl>
                                          </p:spTgt>
                                        </p:tgtEl>
                                      </p:cBhvr>
                                    </p:animEffect>
                                    <p:anim calcmode="lin" valueType="num">
                                      <p:cBhvr>
                                        <p:cTn id="41"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42" dur="1000" fill="hold"/>
                                        <p:tgtEl>
                                          <p:spTgt spid="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9">
                                            <p:txEl>
                                              <p:pRg st="2" end="2"/>
                                            </p:txEl>
                                          </p:spTgt>
                                        </p:tgtEl>
                                        <p:attrNameLst>
                                          <p:attrName>style.visibility</p:attrName>
                                        </p:attrNameLst>
                                      </p:cBhvr>
                                      <p:to>
                                        <p:strVal val="visible"/>
                                      </p:to>
                                    </p:set>
                                    <p:animEffect transition="in" filter="fade">
                                      <p:cBhvr>
                                        <p:cTn id="47" dur="1000"/>
                                        <p:tgtEl>
                                          <p:spTgt spid="9">
                                            <p:txEl>
                                              <p:pRg st="2" end="2"/>
                                            </p:txEl>
                                          </p:spTgt>
                                        </p:tgtEl>
                                      </p:cBhvr>
                                    </p:animEffect>
                                    <p:anim calcmode="lin" valueType="num">
                                      <p:cBhvr>
                                        <p:cTn id="48"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49" dur="1000" fill="hold"/>
                                        <p:tgtEl>
                                          <p:spTgt spid="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grpId="0" nodeType="clickEffect">
                                  <p:stCondLst>
                                    <p:cond delay="0"/>
                                  </p:stCondLst>
                                  <p:childTnLst>
                                    <p:set>
                                      <p:cBhvr>
                                        <p:cTn id="53" dur="1" fill="hold">
                                          <p:stCondLst>
                                            <p:cond delay="0"/>
                                          </p:stCondLst>
                                        </p:cTn>
                                        <p:tgtEl>
                                          <p:spTgt spid="9">
                                            <p:txEl>
                                              <p:pRg st="3" end="3"/>
                                            </p:txEl>
                                          </p:spTgt>
                                        </p:tgtEl>
                                        <p:attrNameLst>
                                          <p:attrName>style.visibility</p:attrName>
                                        </p:attrNameLst>
                                      </p:cBhvr>
                                      <p:to>
                                        <p:strVal val="visible"/>
                                      </p:to>
                                    </p:set>
                                    <p:animEffect transition="in" filter="fade">
                                      <p:cBhvr>
                                        <p:cTn id="54" dur="1000"/>
                                        <p:tgtEl>
                                          <p:spTgt spid="9">
                                            <p:txEl>
                                              <p:pRg st="3" end="3"/>
                                            </p:txEl>
                                          </p:spTgt>
                                        </p:tgtEl>
                                      </p:cBhvr>
                                    </p:animEffect>
                                    <p:anim calcmode="lin" valueType="num">
                                      <p:cBhvr>
                                        <p:cTn id="55"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56" dur="1000" fill="hold"/>
                                        <p:tgtEl>
                                          <p:spTgt spid="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grpId="0" nodeType="clickEffect">
                                  <p:stCondLst>
                                    <p:cond delay="0"/>
                                  </p:stCondLst>
                                  <p:childTnLst>
                                    <p:set>
                                      <p:cBhvr>
                                        <p:cTn id="60" dur="1" fill="hold">
                                          <p:stCondLst>
                                            <p:cond delay="0"/>
                                          </p:stCondLst>
                                        </p:cTn>
                                        <p:tgtEl>
                                          <p:spTgt spid="9">
                                            <p:txEl>
                                              <p:pRg st="4" end="4"/>
                                            </p:txEl>
                                          </p:spTgt>
                                        </p:tgtEl>
                                        <p:attrNameLst>
                                          <p:attrName>style.visibility</p:attrName>
                                        </p:attrNameLst>
                                      </p:cBhvr>
                                      <p:to>
                                        <p:strVal val="visible"/>
                                      </p:to>
                                    </p:set>
                                    <p:animEffect transition="in" filter="fade">
                                      <p:cBhvr>
                                        <p:cTn id="61" dur="1000"/>
                                        <p:tgtEl>
                                          <p:spTgt spid="9">
                                            <p:txEl>
                                              <p:pRg st="4" end="4"/>
                                            </p:txEl>
                                          </p:spTgt>
                                        </p:tgtEl>
                                      </p:cBhvr>
                                    </p:animEffect>
                                    <p:anim calcmode="lin" valueType="num">
                                      <p:cBhvr>
                                        <p:cTn id="62" dur="10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63" dur="1000" fill="hold"/>
                                        <p:tgtEl>
                                          <p:spTgt spid="9">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12"/>
                                        </p:tgtEl>
                                        <p:attrNameLst>
                                          <p:attrName>style.visibility</p:attrName>
                                        </p:attrNameLst>
                                      </p:cBhvr>
                                      <p:to>
                                        <p:strVal val="visible"/>
                                      </p:to>
                                    </p:set>
                                    <p:animEffect transition="in" filter="fade">
                                      <p:cBhvr>
                                        <p:cTn id="68"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P spid="9"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7"/>
          <p:cNvSpPr>
            <a:spLocks noGrp="1" noChangeArrowheads="1"/>
          </p:cNvSpPr>
          <p:nvPr>
            <p:ph type="title"/>
          </p:nvPr>
        </p:nvSpPr>
        <p:spPr bwMode="auto">
          <a:xfrm>
            <a:off x="1217612" y="785100"/>
            <a:ext cx="8915400" cy="4678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accent1">
                    <a:lumMod val="75000"/>
                  </a:schemeClr>
                </a:solidFill>
                <a:effectLst/>
              </a:rPr>
              <a:t>Min-Heap: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Prioritizes parcels with shortest delivery times.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Used to select urgent deliveries in </a:t>
            </a:r>
            <a:r>
              <a:rPr kumimoji="0" lang="en-US" altLang="en-US" sz="2000" b="0" i="0" u="none" strike="noStrike" cap="none" normalizeH="0" baseline="0" dirty="0" err="1">
                <a:ln>
                  <a:noFill/>
                </a:ln>
                <a:solidFill>
                  <a:schemeClr val="tx1"/>
                </a:solidFill>
                <a:effectLst/>
              </a:rPr>
              <a:t>pickupMostUrgentParcel</a:t>
            </a:r>
            <a:r>
              <a:rPr kumimoji="0" lang="en-US" altLang="en-US" sz="2000" b="0" i="0" u="none" strike="noStrike" cap="none" normalizeH="0" baseline="0" dirty="0">
                <a:ln>
                  <a:noFill/>
                </a:ln>
                <a:solidFill>
                  <a:schemeClr val="tx1"/>
                </a:solidFill>
                <a:effectLst/>
              </a:rPr>
              <a:t>().</a:t>
            </a:r>
            <a:br>
              <a:rPr kumimoji="0" lang="en-US" altLang="en-US" sz="2000" b="0" i="0" u="none" strike="noStrike" cap="none" normalizeH="0" baseline="0" dirty="0">
                <a:ln>
                  <a:noFill/>
                </a:ln>
                <a:solidFill>
                  <a:schemeClr val="tx1"/>
                </a:solidFill>
                <a:effectLst/>
              </a:rPr>
            </a:br>
            <a:br>
              <a:rPr lang="en-US" altLang="en-US" sz="2000" dirty="0"/>
            </a:br>
            <a:br>
              <a:rPr lang="en-US" altLang="en-US" sz="2000" dirty="0"/>
            </a:br>
            <a:br>
              <a:rPr lang="en-US" altLang="en-US" sz="2000" dirty="0"/>
            </a:br>
            <a:br>
              <a:rPr lang="en-US" altLang="en-US" sz="2000" dirty="0"/>
            </a:br>
            <a:br>
              <a:rPr lang="en-US" altLang="en-US" sz="2000" dirty="0"/>
            </a:br>
            <a:r>
              <a:rPr kumimoji="0" lang="en-US" altLang="en-US" sz="2000" b="0" i="0" u="none" strike="noStrike" cap="none" normalizeH="0" baseline="0" dirty="0">
                <a:ln>
                  <a:noFill/>
                </a:ln>
                <a:solidFill>
                  <a:schemeClr val="tx1"/>
                </a:solidFill>
                <a:effectLst/>
              </a:rPr>
              <a:t> </a:t>
            </a:r>
            <a:br>
              <a:rPr kumimoji="0" lang="en-US" altLang="en-US" sz="2000" b="0" i="0" u="none" strike="noStrike" cap="none" normalizeH="0" baseline="0" dirty="0">
                <a:ln>
                  <a:noFill/>
                </a:ln>
                <a:solidFill>
                  <a:schemeClr val="tx1"/>
                </a:solidFill>
                <a:effectLst/>
              </a:rPr>
            </a:b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accent1">
                    <a:lumMod val="75000"/>
                  </a:schemeClr>
                </a:solidFill>
                <a:effectLst/>
              </a:rPr>
              <a:t>Hash Table: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Maps Order IDs to parcels for O(1) average-case lookup.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Handles collisions using chaining.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32212" y="2312671"/>
            <a:ext cx="2514600" cy="1623060"/>
          </a:xfrm>
          <a:prstGeom prst="rect">
            <a:avLst/>
          </a:prstGeom>
        </p:spPr>
      </p:pic>
    </p:spTree>
    <p:extLst>
      <p:ext uri="{BB962C8B-B14F-4D97-AF65-F5344CB8AC3E}">
        <p14:creationId xmlns:p14="http://schemas.microsoft.com/office/powerpoint/2010/main" val="193808812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additive="base">
                                        <p:cTn id="12" dur="500" fill="hold"/>
                                        <p:tgtEl>
                                          <p:spTgt spid="10"/>
                                        </p:tgtEl>
                                        <p:attrNameLst>
                                          <p:attrName>ppt_x</p:attrName>
                                        </p:attrNameLst>
                                      </p:cBhvr>
                                      <p:tavLst>
                                        <p:tav tm="0">
                                          <p:val>
                                            <p:strVal val="#ppt_x"/>
                                          </p:val>
                                        </p:tav>
                                        <p:tav tm="100000">
                                          <p:val>
                                            <p:strVal val="#ppt_x"/>
                                          </p:val>
                                        </p:tav>
                                      </p:tavLst>
                                    </p:anim>
                                    <p:anim calcmode="lin" valueType="num">
                                      <p:cBhvr additive="base">
                                        <p:cTn id="13"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DELIVERY AREA GRAPH</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46412" y="1828800"/>
            <a:ext cx="4888686" cy="4395651"/>
          </a:xfrm>
        </p:spPr>
      </p:pic>
    </p:spTree>
    <p:extLst>
      <p:ext uri="{BB962C8B-B14F-4D97-AF65-F5344CB8AC3E}">
        <p14:creationId xmlns:p14="http://schemas.microsoft.com/office/powerpoint/2010/main" val="243188671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lstStyle/>
          <a:p>
            <a:pPr algn="ctr"/>
            <a:r>
              <a:rPr lang="en-US" dirty="0">
                <a:solidFill>
                  <a:schemeClr val="accent1">
                    <a:lumMod val="75000"/>
                  </a:schemeClr>
                </a:solidFill>
              </a:rPr>
              <a:t>KEY ALGORITHMS</a:t>
            </a:r>
          </a:p>
        </p:txBody>
      </p:sp>
      <p:sp>
        <p:nvSpPr>
          <p:cNvPr id="4" name="Rectangle 1"/>
          <p:cNvSpPr>
            <a:spLocks noGrp="1" noChangeArrowheads="1"/>
          </p:cNvSpPr>
          <p:nvPr>
            <p:ph type="title"/>
          </p:nvPr>
        </p:nvSpPr>
        <p:spPr bwMode="auto">
          <a:xfrm>
            <a:off x="1065212" y="1752600"/>
            <a:ext cx="9671687"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Dijkstra’s Algorithm: Finds shortest paths from a source area. </a:t>
            </a:r>
            <a:br>
              <a:rPr kumimoji="0" lang="en-US" altLang="en-US" sz="2000" b="0" i="0" u="none" strike="noStrike" cap="none" normalizeH="0" baseline="0" dirty="0">
                <a:ln>
                  <a:noFill/>
                </a:ln>
                <a:solidFill>
                  <a:schemeClr val="tx1"/>
                </a:solidFill>
                <a:effectLst/>
              </a:rPr>
            </a:b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Breadth-First Search (BFS) and Depth-First Search (DFS): Explores delivery routes.</a:t>
            </a:r>
            <a:br>
              <a:rPr kumimoji="0" lang="en-US" altLang="en-US" sz="2000" b="0" i="0" u="none" strike="noStrike" cap="none" normalizeH="0" baseline="0" dirty="0">
                <a:ln>
                  <a:noFill/>
                </a:ln>
                <a:solidFill>
                  <a:schemeClr val="tx1"/>
                </a:solidFill>
                <a:effectLst/>
              </a:rPr>
            </a:br>
            <a:r>
              <a:rPr kumimoji="0" lang="en-US" altLang="en-US" sz="20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Prim’s Algorithm: C</a:t>
            </a:r>
            <a:r>
              <a:rPr lang="en-US" altLang="en-US" sz="2000" dirty="0"/>
              <a:t>onnect all cities with minimum </a:t>
            </a:r>
            <a:r>
              <a:rPr lang="en-US" altLang="en-US" sz="2000"/>
              <a:t>delivery time</a:t>
            </a:r>
            <a:br>
              <a:rPr kumimoji="0" lang="en-US" altLang="en-US" sz="2000" b="0" i="0" u="none" strike="noStrike" cap="none" normalizeH="0" baseline="0" dirty="0">
                <a:ln>
                  <a:noFill/>
                </a:ln>
                <a:solidFill>
                  <a:schemeClr val="tx1"/>
                </a:solidFill>
                <a:effectLst/>
              </a:rPr>
            </a:b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Merge Sort: Sorts parcels by agent age. </a:t>
            </a:r>
            <a:br>
              <a:rPr kumimoji="0" lang="en-US" altLang="en-US" sz="2000" b="0" i="0" u="none" strike="noStrike" cap="none" normalizeH="0" baseline="0" dirty="0">
                <a:ln>
                  <a:noFill/>
                </a:ln>
                <a:solidFill>
                  <a:schemeClr val="tx1"/>
                </a:solidFill>
                <a:effectLst/>
              </a:rPr>
            </a:b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Binary Search: Searches parcels by category after sorting. </a:t>
            </a:r>
          </a:p>
        </p:txBody>
      </p:sp>
    </p:spTree>
    <p:extLst>
      <p:ext uri="{BB962C8B-B14F-4D97-AF65-F5344CB8AC3E}">
        <p14:creationId xmlns:p14="http://schemas.microsoft.com/office/powerpoint/2010/main" val="522715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63639" y="990600"/>
            <a:ext cx="8229600" cy="1143000"/>
          </a:xfrm>
        </p:spPr>
        <p:txBody>
          <a:bodyPr/>
          <a:lstStyle/>
          <a:p>
            <a:pPr algn="ctr"/>
            <a:r>
              <a:rPr lang="en-US" dirty="0">
                <a:solidFill>
                  <a:schemeClr val="accent1">
                    <a:lumMod val="75000"/>
                  </a:schemeClr>
                </a:solidFill>
              </a:rPr>
              <a:t>DIJIKSTRA’S ALGORITHM</a:t>
            </a:r>
            <a:endParaRPr lang="en-US" dirty="0">
              <a:solidFill>
                <a:schemeClr val="accent1">
                  <a:lumMod val="75000"/>
                </a:schemeClr>
              </a:solidFill>
              <a:effectLst/>
            </a:endParaRPr>
          </a:p>
        </p:txBody>
      </p:sp>
      <p:sp>
        <p:nvSpPr>
          <p:cNvPr id="4" name="Rectangle 1"/>
          <p:cNvSpPr>
            <a:spLocks noGrp="1" noChangeArrowheads="1"/>
          </p:cNvSpPr>
          <p:nvPr>
            <p:ph type="title"/>
          </p:nvPr>
        </p:nvSpPr>
        <p:spPr bwMode="auto">
          <a:xfrm>
            <a:off x="1065212" y="1676400"/>
            <a:ext cx="8826455" cy="3754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Purpose: Computes shortest delivery paths (e.g., from Lahore to all areas).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Pseudocode: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Initialize distances: source = 0, others = infinity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Add source to priority queue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While queue not empty: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mj-lt"/>
              </a:rPr>
              <a:t>Extract minimum distance vertex u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mj-lt"/>
              </a:rPr>
              <a:t>For each neighbor v of u: </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mj-lt"/>
              </a:rPr>
              <a:t>If distance[u] + weight(</a:t>
            </a:r>
            <a:r>
              <a:rPr kumimoji="0" lang="en-US" altLang="en-US" sz="2000" b="0" i="0" u="none" strike="noStrike" cap="none" normalizeH="0" baseline="0" dirty="0" err="1">
                <a:ln>
                  <a:noFill/>
                </a:ln>
                <a:solidFill>
                  <a:schemeClr val="tx1"/>
                </a:solidFill>
                <a:effectLst/>
                <a:latin typeface="+mj-lt"/>
              </a:rPr>
              <a:t>u,v</a:t>
            </a:r>
            <a:r>
              <a:rPr kumimoji="0" lang="en-US" altLang="en-US" sz="2000" b="0" i="0" u="none" strike="noStrike" cap="none" normalizeH="0" baseline="0" dirty="0">
                <a:ln>
                  <a:noFill/>
                </a:ln>
                <a:solidFill>
                  <a:schemeClr val="tx1"/>
                </a:solidFill>
                <a:effectLst/>
                <a:latin typeface="+mj-lt"/>
              </a:rPr>
              <a:t>) &lt; distance[v]: </a:t>
            </a:r>
          </a:p>
          <a:p>
            <a:pPr marL="1371600" marR="0" lvl="3"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mj-lt"/>
              </a:rPr>
              <a:t>Update distance[v] </a:t>
            </a:r>
          </a:p>
          <a:p>
            <a:pPr marL="1371600" marR="0" lvl="3"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mj-lt"/>
              </a:rPr>
              <a:t>Update priority queue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Time Complexity: O((V + E) log V) with a priority queue. </a:t>
            </a:r>
          </a:p>
        </p:txBody>
      </p:sp>
    </p:spTree>
    <p:extLst>
      <p:ext uri="{BB962C8B-B14F-4D97-AF65-F5344CB8AC3E}">
        <p14:creationId xmlns:p14="http://schemas.microsoft.com/office/powerpoint/2010/main" val="2977807319"/>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5212" y="533400"/>
            <a:ext cx="8077200" cy="914400"/>
          </a:xfrm>
        </p:spPr>
        <p:txBody>
          <a:bodyPr/>
          <a:lstStyle/>
          <a:p>
            <a:r>
              <a:rPr lang="en-US" dirty="0"/>
              <a:t>ROUTE OPTIMIZATION: (Dijkstra’s)</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60612" y="1447800"/>
            <a:ext cx="6361382" cy="4545887"/>
          </a:xfrm>
        </p:spPr>
      </p:pic>
    </p:spTree>
    <p:extLst>
      <p:ext uri="{BB962C8B-B14F-4D97-AF65-F5344CB8AC3E}">
        <p14:creationId xmlns:p14="http://schemas.microsoft.com/office/powerpoint/2010/main" val="3601356054"/>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Prim’s MST from Lahore</a:t>
            </a:r>
            <a:endParaRPr lang="en-US" dirty="0">
              <a:effectLst/>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41551" y="1828800"/>
            <a:ext cx="6048524" cy="4191000"/>
          </a:xfrm>
        </p:spPr>
      </p:pic>
    </p:spTree>
    <p:extLst>
      <p:ext uri="{BB962C8B-B14F-4D97-AF65-F5344CB8AC3E}">
        <p14:creationId xmlns:p14="http://schemas.microsoft.com/office/powerpoint/2010/main" val="398148007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lstStyle/>
          <a:p>
            <a:pPr algn="ctr"/>
            <a:r>
              <a:rPr lang="en-US" dirty="0">
                <a:solidFill>
                  <a:schemeClr val="accent1">
                    <a:lumMod val="75000"/>
                  </a:schemeClr>
                </a:solidFill>
              </a:rPr>
              <a:t>SYSTEM FUNCTIONALITIES</a:t>
            </a:r>
          </a:p>
        </p:txBody>
      </p:sp>
      <p:sp>
        <p:nvSpPr>
          <p:cNvPr id="4" name="Rectangle 1"/>
          <p:cNvSpPr>
            <a:spLocks noGrp="1" noChangeArrowheads="1"/>
          </p:cNvSpPr>
          <p:nvPr>
            <p:ph type="title"/>
          </p:nvPr>
        </p:nvSpPr>
        <p:spPr bwMode="auto">
          <a:xfrm>
            <a:off x="1598612" y="1398539"/>
            <a:ext cx="8229600"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00000"/>
              </a:lnSpc>
              <a:spcAft>
                <a:spcPct val="0"/>
              </a:spcAft>
            </a:pPr>
            <a:r>
              <a:rPr lang="en-US" altLang="en-US" sz="1800" dirty="0"/>
              <a:t>--- Parcel Delivery System ---</a:t>
            </a:r>
            <a:br>
              <a:rPr lang="en-US" altLang="en-US" sz="1800" dirty="0"/>
            </a:br>
            <a:r>
              <a:rPr lang="en-US" altLang="en-US" sz="1800" dirty="0"/>
              <a:t>1. Display all deliveries    </a:t>
            </a:r>
            <a:r>
              <a:rPr lang="en-US" altLang="en-US" sz="1800" dirty="0">
                <a:solidFill>
                  <a:schemeClr val="accent1">
                    <a:lumMod val="75000"/>
                  </a:schemeClr>
                </a:solidFill>
              </a:rPr>
              <a:t>(doubly linked list )</a:t>
            </a:r>
            <a:br>
              <a:rPr lang="en-US" altLang="en-US" sz="1800" dirty="0"/>
            </a:br>
            <a:r>
              <a:rPr lang="en-US" altLang="en-US" sz="1800" dirty="0"/>
              <a:t>2. </a:t>
            </a:r>
            <a:r>
              <a:rPr lang="en-US" altLang="en-US" sz="1800" dirty="0" err="1"/>
              <a:t>Enqueue</a:t>
            </a:r>
            <a:r>
              <a:rPr lang="en-US" altLang="en-US" sz="1800" dirty="0"/>
              <a:t> parcel for pickup  </a:t>
            </a:r>
            <a:r>
              <a:rPr lang="en-US" altLang="en-US" sz="1800" dirty="0">
                <a:solidFill>
                  <a:schemeClr val="accent1">
                    <a:lumMod val="75000"/>
                  </a:schemeClr>
                </a:solidFill>
              </a:rPr>
              <a:t>( Queue )</a:t>
            </a:r>
            <a:br>
              <a:rPr lang="en-US" altLang="en-US" sz="1800" dirty="0"/>
            </a:br>
            <a:r>
              <a:rPr lang="en-US" altLang="en-US" sz="1800" dirty="0"/>
              <a:t>3. Pickup parcel (to deliver)   </a:t>
            </a:r>
            <a:r>
              <a:rPr lang="en-US" altLang="en-US" sz="1800" dirty="0">
                <a:solidFill>
                  <a:schemeClr val="accent1">
                    <a:lumMod val="75000"/>
                  </a:schemeClr>
                </a:solidFill>
              </a:rPr>
              <a:t>( Queue )</a:t>
            </a:r>
            <a:br>
              <a:rPr lang="en-US" altLang="en-US" sz="1800" dirty="0"/>
            </a:br>
            <a:r>
              <a:rPr lang="en-US" altLang="en-US" sz="1800" dirty="0"/>
              <a:t>4. View delivered parcels      </a:t>
            </a:r>
            <a:r>
              <a:rPr lang="en-US" altLang="en-US" sz="1800" dirty="0">
                <a:solidFill>
                  <a:schemeClr val="accent1">
                    <a:lumMod val="75000"/>
                  </a:schemeClr>
                </a:solidFill>
              </a:rPr>
              <a:t>( Stack )</a:t>
            </a:r>
            <a:br>
              <a:rPr lang="en-US" altLang="en-US" sz="1800" dirty="0">
                <a:solidFill>
                  <a:schemeClr val="accent1">
                    <a:lumMod val="75000"/>
                  </a:schemeClr>
                </a:solidFill>
              </a:rPr>
            </a:br>
            <a:r>
              <a:rPr lang="en-US" altLang="en-US" sz="1800" dirty="0"/>
              <a:t>5. Delete long deliveries       </a:t>
            </a:r>
            <a:r>
              <a:rPr lang="en-US" altLang="en-US" sz="1800" dirty="0">
                <a:solidFill>
                  <a:schemeClr val="accent1">
                    <a:lumMod val="75000"/>
                  </a:schemeClr>
                </a:solidFill>
              </a:rPr>
              <a:t>( doubly linked list)</a:t>
            </a:r>
            <a:br>
              <a:rPr lang="en-US" altLang="en-US" sz="1800" dirty="0">
                <a:solidFill>
                  <a:schemeClr val="accent1">
                    <a:lumMod val="75000"/>
                  </a:schemeClr>
                </a:solidFill>
              </a:rPr>
            </a:br>
            <a:r>
              <a:rPr lang="en-US" altLang="en-US" sz="1800" dirty="0"/>
              <a:t>6. Search parcel by Order ID  </a:t>
            </a:r>
            <a:r>
              <a:rPr lang="en-US" altLang="en-US" sz="1800" dirty="0">
                <a:solidFill>
                  <a:schemeClr val="accent1">
                    <a:lumMod val="75000"/>
                  </a:schemeClr>
                </a:solidFill>
              </a:rPr>
              <a:t>(linked list)</a:t>
            </a:r>
            <a:br>
              <a:rPr lang="en-US" altLang="en-US" sz="1800" dirty="0"/>
            </a:br>
            <a:r>
              <a:rPr lang="en-US" altLang="en-US" sz="1800" dirty="0"/>
              <a:t>7. Show fastest delivered parcel  </a:t>
            </a:r>
            <a:r>
              <a:rPr lang="en-US" altLang="en-US" sz="1800" dirty="0">
                <a:solidFill>
                  <a:schemeClr val="accent1">
                    <a:lumMod val="75000"/>
                  </a:schemeClr>
                </a:solidFill>
              </a:rPr>
              <a:t>(linked list)</a:t>
            </a:r>
            <a:br>
              <a:rPr lang="en-US" altLang="en-US" sz="1800" dirty="0"/>
            </a:br>
            <a:r>
              <a:rPr lang="en-US" altLang="en-US" sz="1800" dirty="0"/>
              <a:t>8. Show fastest delivery by BST   (</a:t>
            </a:r>
            <a:r>
              <a:rPr lang="en-US" altLang="en-US" sz="1800" dirty="0">
                <a:solidFill>
                  <a:schemeClr val="accent1">
                    <a:lumMod val="75000"/>
                  </a:schemeClr>
                </a:solidFill>
              </a:rPr>
              <a:t>binary search tree)</a:t>
            </a:r>
            <a:br>
              <a:rPr lang="en-US" altLang="en-US" sz="1800" dirty="0"/>
            </a:br>
            <a:r>
              <a:rPr lang="en-US" altLang="en-US" sz="1800" dirty="0"/>
              <a:t>9. Display parcels grouped by Area    </a:t>
            </a:r>
            <a:r>
              <a:rPr lang="en-US" altLang="en-US" sz="1800" dirty="0">
                <a:solidFill>
                  <a:schemeClr val="accent1">
                    <a:lumMod val="75000"/>
                  </a:schemeClr>
                </a:solidFill>
              </a:rPr>
              <a:t>(AVL Tree) </a:t>
            </a:r>
            <a:br>
              <a:rPr lang="en-US" altLang="en-US" sz="1800" dirty="0">
                <a:solidFill>
                  <a:schemeClr val="accent1">
                    <a:lumMod val="75000"/>
                  </a:schemeClr>
                </a:solidFill>
              </a:rPr>
            </a:br>
            <a:r>
              <a:rPr lang="en-US" altLang="en-US" sz="1800" dirty="0"/>
              <a:t>10. Pickup most urgent parcel       </a:t>
            </a:r>
            <a:r>
              <a:rPr lang="en-US" altLang="en-US" sz="1800" dirty="0">
                <a:solidFill>
                  <a:schemeClr val="accent1">
                    <a:lumMod val="75000"/>
                  </a:schemeClr>
                </a:solidFill>
              </a:rPr>
              <a:t>(using heap)</a:t>
            </a:r>
            <a:br>
              <a:rPr lang="en-US" altLang="en-US" sz="1800" dirty="0">
                <a:solidFill>
                  <a:schemeClr val="accent1">
                    <a:lumMod val="75000"/>
                  </a:schemeClr>
                </a:solidFill>
              </a:rPr>
            </a:br>
            <a:r>
              <a:rPr lang="en-US" altLang="en-US" sz="1800" dirty="0"/>
              <a:t>11. Search parcel by category      </a:t>
            </a:r>
            <a:r>
              <a:rPr lang="en-US" altLang="en-US" sz="1800" dirty="0">
                <a:solidFill>
                  <a:schemeClr val="accent1">
                    <a:lumMod val="75000"/>
                  </a:schemeClr>
                </a:solidFill>
              </a:rPr>
              <a:t>(binary search)</a:t>
            </a:r>
            <a:br>
              <a:rPr lang="en-US" altLang="en-US" sz="1800" dirty="0">
                <a:solidFill>
                  <a:schemeClr val="accent1">
                    <a:lumMod val="75000"/>
                  </a:schemeClr>
                </a:solidFill>
              </a:rPr>
            </a:br>
            <a:r>
              <a:rPr lang="en-US" altLang="en-US" sz="1800" dirty="0"/>
              <a:t>12. Sort parcels by Agent Age     </a:t>
            </a:r>
            <a:r>
              <a:rPr lang="en-US" altLang="en-US" sz="1800" dirty="0">
                <a:solidFill>
                  <a:schemeClr val="accent1">
                    <a:lumMod val="75000"/>
                  </a:schemeClr>
                </a:solidFill>
              </a:rPr>
              <a:t>(Merge Sort)</a:t>
            </a:r>
            <a:br>
              <a:rPr lang="en-US" altLang="en-US" sz="1800" dirty="0">
                <a:solidFill>
                  <a:schemeClr val="accent1">
                    <a:lumMod val="75000"/>
                  </a:schemeClr>
                </a:solidFill>
              </a:rPr>
            </a:br>
            <a:r>
              <a:rPr lang="en-US" altLang="en-US" sz="1800" dirty="0"/>
              <a:t>13. Shortest path from a city       </a:t>
            </a:r>
            <a:r>
              <a:rPr lang="en-US" altLang="en-US" sz="1800" dirty="0">
                <a:solidFill>
                  <a:schemeClr val="accent1">
                    <a:lumMod val="75000"/>
                  </a:schemeClr>
                </a:solidFill>
              </a:rPr>
              <a:t>(Dijkstra)</a:t>
            </a:r>
            <a:br>
              <a:rPr lang="en-US" altLang="en-US" sz="1800" dirty="0">
                <a:solidFill>
                  <a:schemeClr val="accent1">
                    <a:lumMod val="75000"/>
                  </a:schemeClr>
                </a:solidFill>
              </a:rPr>
            </a:br>
            <a:r>
              <a:rPr lang="en-US" altLang="en-US" sz="1800" dirty="0"/>
              <a:t>14. BFS and DFS on area graph</a:t>
            </a:r>
            <a:br>
              <a:rPr lang="en-US" altLang="en-US" sz="1800" dirty="0"/>
            </a:br>
            <a:r>
              <a:rPr lang="en-US" altLang="en-US" sz="1800" dirty="0"/>
              <a:t>15. Search parcel using Hash Table   </a:t>
            </a:r>
            <a:r>
              <a:rPr lang="en-US" altLang="en-US" sz="1800" dirty="0">
                <a:solidFill>
                  <a:schemeClr val="accent1">
                    <a:lumMod val="75000"/>
                  </a:schemeClr>
                </a:solidFill>
              </a:rPr>
              <a:t>(chaining)</a:t>
            </a:r>
            <a:br>
              <a:rPr lang="en-US" altLang="en-US" sz="1800" dirty="0">
                <a:solidFill>
                  <a:schemeClr val="accent1">
                    <a:lumMod val="75000"/>
                  </a:schemeClr>
                </a:solidFill>
              </a:rPr>
            </a:br>
            <a:r>
              <a:rPr lang="en-US" altLang="en-US" sz="1800" dirty="0"/>
              <a:t>16. Minimum Spanning Tree         </a:t>
            </a:r>
            <a:r>
              <a:rPr lang="en-US" altLang="en-US" sz="1800" dirty="0">
                <a:solidFill>
                  <a:schemeClr val="accent1">
                    <a:lumMod val="75000"/>
                  </a:schemeClr>
                </a:solidFill>
              </a:rPr>
              <a:t>(Prim's Algorithm)</a:t>
            </a:r>
            <a:endParaRPr kumimoji="0" lang="en-US" altLang="en-US" sz="1800" b="0" i="0" u="none" strike="noStrike" cap="none" normalizeH="0" baseline="0" dirty="0">
              <a:ln>
                <a:noFill/>
              </a:ln>
              <a:solidFill>
                <a:schemeClr val="accent1">
                  <a:lumMod val="75000"/>
                </a:schemeClr>
              </a:solidFill>
              <a:effectLst/>
            </a:endParaRPr>
          </a:p>
        </p:txBody>
      </p:sp>
    </p:spTree>
    <p:extLst>
      <p:ext uri="{BB962C8B-B14F-4D97-AF65-F5344CB8AC3E}">
        <p14:creationId xmlns:p14="http://schemas.microsoft.com/office/powerpoint/2010/main" val="1507444771"/>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lumMod val="75000"/>
                  </a:schemeClr>
                </a:solidFill>
              </a:rPr>
              <a:t>DATASET ANANLYSIS</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63277" y="2438400"/>
            <a:ext cx="9405071" cy="2971800"/>
          </a:xfrm>
        </p:spPr>
      </p:pic>
    </p:spTree>
    <p:extLst>
      <p:ext uri="{BB962C8B-B14F-4D97-AF65-F5344CB8AC3E}">
        <p14:creationId xmlns:p14="http://schemas.microsoft.com/office/powerpoint/2010/main" val="39044586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DELIVERY TIME DISTRIBUTION</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03525" y="1862137"/>
            <a:ext cx="6124575" cy="4124325"/>
          </a:xfrm>
        </p:spPr>
      </p:pic>
    </p:spTree>
    <p:extLst>
      <p:ext uri="{BB962C8B-B14F-4D97-AF65-F5344CB8AC3E}">
        <p14:creationId xmlns:p14="http://schemas.microsoft.com/office/powerpoint/2010/main" val="1776657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lstStyle/>
          <a:p>
            <a:r>
              <a:rPr lang="en-US" dirty="0">
                <a:solidFill>
                  <a:schemeClr val="accent1">
                    <a:lumMod val="75000"/>
                  </a:schemeClr>
                </a:solidFill>
              </a:rPr>
              <a:t>CHALLENGES AND SOLUTIONS</a:t>
            </a:r>
          </a:p>
        </p:txBody>
      </p:sp>
      <p:sp>
        <p:nvSpPr>
          <p:cNvPr id="4" name="Rectangle 1"/>
          <p:cNvSpPr>
            <a:spLocks noGrp="1" noChangeArrowheads="1"/>
          </p:cNvSpPr>
          <p:nvPr>
            <p:ph type="title"/>
          </p:nvPr>
        </p:nvSpPr>
        <p:spPr bwMode="auto">
          <a:xfrm>
            <a:off x="1039675" y="1825824"/>
            <a:ext cx="9505872"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Challenge: Handling large datasets efficiently.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Solution: Used Hash Table for O(1) lookups and AVL Tree for balanced searches. </a:t>
            </a:r>
            <a:br>
              <a:rPr kumimoji="0" lang="en-US" altLang="en-US" sz="2000" b="0" i="0" u="none" strike="noStrike" cap="none" normalizeH="0" baseline="0" dirty="0">
                <a:ln>
                  <a:noFill/>
                </a:ln>
                <a:solidFill>
                  <a:schemeClr val="tx1"/>
                </a:solidFill>
                <a:effectLst/>
              </a:rPr>
            </a:b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Challenge: Normalizing area names (e.g., “</a:t>
            </a:r>
            <a:r>
              <a:rPr kumimoji="0" lang="en-US" altLang="en-US" sz="2000" b="0" i="0" u="none" strike="noStrike" cap="none" normalizeH="0" baseline="0" dirty="0" err="1">
                <a:ln>
                  <a:noFill/>
                </a:ln>
                <a:solidFill>
                  <a:schemeClr val="tx1"/>
                </a:solidFill>
                <a:effectLst/>
              </a:rPr>
              <a:t>lahore</a:t>
            </a:r>
            <a:r>
              <a:rPr kumimoji="0" lang="en-US" altLang="en-US" sz="2000" b="0" i="0" u="none" strike="noStrike" cap="none" normalizeH="0" baseline="0" dirty="0">
                <a:ln>
                  <a:noFill/>
                </a:ln>
                <a:solidFill>
                  <a:schemeClr val="tx1"/>
                </a:solidFill>
                <a:effectLst/>
              </a:rPr>
              <a:t>” vs. “Lahore”).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Solution: Implemented </a:t>
            </a:r>
            <a:r>
              <a:rPr kumimoji="0" lang="en-US" altLang="en-US" sz="2000" b="0" i="0" u="none" strike="noStrike" cap="none" normalizeH="0" baseline="0" dirty="0" err="1">
                <a:ln>
                  <a:noFill/>
                </a:ln>
                <a:solidFill>
                  <a:schemeClr val="tx1"/>
                </a:solidFill>
                <a:effectLst/>
              </a:rPr>
              <a:t>toTitleCase</a:t>
            </a:r>
            <a:r>
              <a:rPr kumimoji="0" lang="en-US" altLang="en-US" sz="2000" b="0" i="0" u="none" strike="noStrike" cap="none" normalizeH="0" baseline="0" dirty="0">
                <a:ln>
                  <a:noFill/>
                </a:ln>
                <a:solidFill>
                  <a:schemeClr val="tx1"/>
                </a:solidFill>
                <a:effectLst/>
              </a:rPr>
              <a:t> function for consistency. </a:t>
            </a:r>
            <a:br>
              <a:rPr kumimoji="0" lang="en-US" altLang="en-US" sz="2000" b="0" i="0" u="none" strike="noStrike" cap="none" normalizeH="0" baseline="0" dirty="0">
                <a:ln>
                  <a:noFill/>
                </a:ln>
                <a:solidFill>
                  <a:schemeClr val="tx1"/>
                </a:solidFill>
                <a:effectLst/>
              </a:rPr>
            </a:b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Challenge: Building an accurate graph from parcel data.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Solution: Used minimum delivery times between areas as edge weights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441894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lstStyle/>
          <a:p>
            <a:pPr algn="ctr"/>
            <a:r>
              <a:rPr lang="en-US" b="1" dirty="0">
                <a:solidFill>
                  <a:schemeClr val="accent1">
                    <a:lumMod val="75000"/>
                  </a:schemeClr>
                </a:solidFill>
              </a:rPr>
              <a:t>CONCLUSION</a:t>
            </a:r>
          </a:p>
        </p:txBody>
      </p:sp>
      <p:sp>
        <p:nvSpPr>
          <p:cNvPr id="4" name="Rectangle 1"/>
          <p:cNvSpPr>
            <a:spLocks noGrp="1" noChangeArrowheads="1"/>
          </p:cNvSpPr>
          <p:nvPr>
            <p:ph type="title"/>
          </p:nvPr>
        </p:nvSpPr>
        <p:spPr bwMode="auto">
          <a:xfrm>
            <a:off x="935764" y="1371600"/>
            <a:ext cx="11277599"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Achievements: Built a robust system with diverse data structures for parcel management and route optimization. </a:t>
            </a:r>
            <a:br>
              <a:rPr kumimoji="0" lang="en-US" altLang="en-US" sz="1800" b="0" i="0" u="none" strike="noStrike" cap="none" normalizeH="0" baseline="0" dirty="0">
                <a:ln>
                  <a:noFill/>
                </a:ln>
                <a:solidFill>
                  <a:schemeClr val="tx1"/>
                </a:solidFill>
                <a:effectLst/>
              </a:rPr>
            </a:b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Strengths: Scalable, fast searches, optimized delivery paths. </a:t>
            </a:r>
            <a:br>
              <a:rPr kumimoji="0" lang="en-US" altLang="en-US" sz="1800" b="0" i="0" u="none" strike="noStrike" cap="none" normalizeH="0" baseline="0" dirty="0">
                <a:ln>
                  <a:noFill/>
                </a:ln>
                <a:solidFill>
                  <a:schemeClr val="tx1"/>
                </a:solidFill>
                <a:effectLst/>
              </a:rPr>
            </a:b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Applications: Suitable for real-world logistics like Amazon. </a:t>
            </a:r>
            <a:br>
              <a:rPr kumimoji="0" lang="en-US" altLang="en-US" sz="1800" b="0" i="0" u="none" strike="noStrike" cap="none" normalizeH="0" baseline="0" dirty="0">
                <a:ln>
                  <a:noFill/>
                </a:ln>
                <a:solidFill>
                  <a:schemeClr val="tx1"/>
                </a:solidFill>
                <a:effectLst/>
              </a:rPr>
            </a:b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Future Enhancements: </a:t>
            </a:r>
            <a:br>
              <a:rPr kumimoji="0" lang="en-US" altLang="en-US" sz="1800" b="0" i="0" u="none" strike="noStrike" cap="none" normalizeH="0" baseline="0" dirty="0">
                <a:ln>
                  <a:noFill/>
                </a:ln>
                <a:solidFill>
                  <a:schemeClr val="tx1"/>
                </a:solidFill>
                <a:effectLst/>
              </a:rPr>
            </a:b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Integrate real-time traffic data. </a:t>
            </a:r>
            <a:br>
              <a:rPr kumimoji="0" lang="en-US" altLang="en-US" sz="1800" b="0" i="0" u="none" strike="noStrike" cap="none" normalizeH="0" baseline="0" dirty="0">
                <a:ln>
                  <a:noFill/>
                </a:ln>
                <a:solidFill>
                  <a:schemeClr val="tx1"/>
                </a:solidFill>
                <a:effectLst/>
              </a:rPr>
            </a:b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Develop a user-friendly GUI. </a:t>
            </a:r>
            <a:br>
              <a:rPr kumimoji="0" lang="en-US" altLang="en-US" sz="1800" b="0" i="0" u="none" strike="noStrike" cap="none" normalizeH="0" baseline="0" dirty="0">
                <a:ln>
                  <a:noFill/>
                </a:ln>
                <a:solidFill>
                  <a:schemeClr val="tx1"/>
                </a:solidFill>
                <a:effectLst/>
              </a:rPr>
            </a:b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Support multiple vehicle types and dynamic routing. </a:t>
            </a:r>
            <a:br>
              <a:rPr kumimoji="0" lang="en-US" altLang="en-US" sz="1800" b="0" i="0" u="none" strike="noStrike" cap="none" normalizeH="0" baseline="0" dirty="0">
                <a:ln>
                  <a:noFill/>
                </a:ln>
                <a:solidFill>
                  <a:schemeClr val="tx1"/>
                </a:solidFill>
                <a:effectLst/>
              </a:rPr>
            </a:br>
            <a:br>
              <a:rPr kumimoji="0" lang="en-US" altLang="en-US" sz="1800" b="0" i="0" u="none" strike="noStrike" cap="none" normalizeH="0" baseline="0" dirty="0">
                <a:ln>
                  <a:noFill/>
                </a:ln>
                <a:solidFill>
                  <a:schemeClr val="tx1"/>
                </a:solidFill>
                <a:effectLst/>
              </a:rPr>
            </a:br>
            <a:r>
              <a:rPr kumimoji="0" lang="en-US" altLang="en-US" sz="2000" b="0" i="0" u="none" strike="noStrike" cap="none" normalizeH="0" dirty="0">
                <a:ln>
                  <a:noFill/>
                </a:ln>
                <a:solidFill>
                  <a:schemeClr val="tx1"/>
                </a:solidFill>
                <a:effectLst/>
              </a:rPr>
              <a:t>                                                      </a:t>
            </a:r>
            <a:r>
              <a:rPr kumimoji="0" lang="en-US" altLang="en-US" sz="2000" b="1" i="0" u="none" strike="noStrike" cap="none" normalizeH="0" baseline="0" dirty="0">
                <a:ln>
                  <a:noFill/>
                </a:ln>
                <a:solidFill>
                  <a:schemeClr val="tx1"/>
                </a:solidFill>
                <a:effectLst/>
              </a:rPr>
              <a:t>Thank You!</a:t>
            </a:r>
          </a:p>
        </p:txBody>
      </p:sp>
    </p:spTree>
    <p:extLst>
      <p:ext uri="{BB962C8B-B14F-4D97-AF65-F5344CB8AC3E}">
        <p14:creationId xmlns:p14="http://schemas.microsoft.com/office/powerpoint/2010/main" val="1278333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Geometric design template">
  <a:themeElements>
    <a:clrScheme name="Watercolor_16x9">
      <a:dk1>
        <a:sysClr val="windowText" lastClr="000000"/>
      </a:dk1>
      <a:lt1>
        <a:sysClr val="window" lastClr="FFFFFF"/>
      </a:lt1>
      <a:dk2>
        <a:srgbClr val="09AFA7"/>
      </a:dk2>
      <a:lt2>
        <a:srgbClr val="AEF1EA"/>
      </a:lt2>
      <a:accent1>
        <a:srgbClr val="08CAC1"/>
      </a:accent1>
      <a:accent2>
        <a:srgbClr val="76C714"/>
      </a:accent2>
      <a:accent3>
        <a:srgbClr val="0E70C2"/>
      </a:accent3>
      <a:accent4>
        <a:srgbClr val="259F39"/>
      </a:accent4>
      <a:accent5>
        <a:srgbClr val="C8C015"/>
      </a:accent5>
      <a:accent6>
        <a:srgbClr val="444FDC"/>
      </a:accent6>
      <a:hlink>
        <a:srgbClr val="76C714"/>
      </a:hlink>
      <a:folHlink>
        <a:srgbClr val="7F7F7F"/>
      </a:folHlink>
    </a:clrScheme>
    <a:fontScheme name="Elemental">
      <a:maj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w="12700"/>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Geometric design slides.potx" id="{F67263A8-1AB1-4C27-90C5-8DFF5AB0A457}" vid="{97C8510C-5076-4DB0-83F7-452F3E0654AF}"/>
    </a:ext>
  </a:extLst>
</a:theme>
</file>

<file path=ppt/theme/theme2.xml><?xml version="1.0" encoding="utf-8"?>
<a:theme xmlns:a="http://schemas.openxmlformats.org/drawingml/2006/main" name="Office Theme">
  <a:themeElements>
    <a:clrScheme name="Watercolor_16x9">
      <a:dk1>
        <a:sysClr val="windowText" lastClr="000000"/>
      </a:dk1>
      <a:lt1>
        <a:sysClr val="window" lastClr="FFFFFF"/>
      </a:lt1>
      <a:dk2>
        <a:srgbClr val="09AFA7"/>
      </a:dk2>
      <a:lt2>
        <a:srgbClr val="AEF1EA"/>
      </a:lt2>
      <a:accent1>
        <a:srgbClr val="08CAC1"/>
      </a:accent1>
      <a:accent2>
        <a:srgbClr val="76C714"/>
      </a:accent2>
      <a:accent3>
        <a:srgbClr val="0E70C2"/>
      </a:accent3>
      <a:accent4>
        <a:srgbClr val="259F39"/>
      </a:accent4>
      <a:accent5>
        <a:srgbClr val="C8C015"/>
      </a:accent5>
      <a:accent6>
        <a:srgbClr val="444FDC"/>
      </a:accent6>
      <a:hlink>
        <a:srgbClr val="76C714"/>
      </a:hlink>
      <a:folHlink>
        <a:srgbClr val="7F7F7F"/>
      </a:folHlink>
    </a:clrScheme>
    <a:fontScheme name="Elemental">
      <a:maj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Watercolor_16x9">
      <a:dk1>
        <a:sysClr val="windowText" lastClr="000000"/>
      </a:dk1>
      <a:lt1>
        <a:sysClr val="window" lastClr="FFFFFF"/>
      </a:lt1>
      <a:dk2>
        <a:srgbClr val="09AFA7"/>
      </a:dk2>
      <a:lt2>
        <a:srgbClr val="AEF1EA"/>
      </a:lt2>
      <a:accent1>
        <a:srgbClr val="08CAC1"/>
      </a:accent1>
      <a:accent2>
        <a:srgbClr val="76C714"/>
      </a:accent2>
      <a:accent3>
        <a:srgbClr val="0E70C2"/>
      </a:accent3>
      <a:accent4>
        <a:srgbClr val="259F39"/>
      </a:accent4>
      <a:accent5>
        <a:srgbClr val="C8C015"/>
      </a:accent5>
      <a:accent6>
        <a:srgbClr val="444FDC"/>
      </a:accent6>
      <a:hlink>
        <a:srgbClr val="76C714"/>
      </a:hlink>
      <a:folHlink>
        <a:srgbClr val="7F7F7F"/>
      </a:folHlink>
    </a:clrScheme>
    <a:fontScheme name="Elemental">
      <a:maj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Geometric design presentation</Template>
  <TotalTime>171</TotalTime>
  <Words>889</Words>
  <Application>Microsoft Office PowerPoint</Application>
  <PresentationFormat>Custom</PresentationFormat>
  <Paragraphs>109</Paragraphs>
  <Slides>21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Palatino Linotype</vt:lpstr>
      <vt:lpstr>Geometric design template</vt:lpstr>
      <vt:lpstr>DATA STRUCTURES AND ALGORITHMS</vt:lpstr>
      <vt:lpstr>TITLE</vt:lpstr>
      <vt:lpstr>PRESENTED BY</vt:lpstr>
      <vt:lpstr>INTRODUCTION</vt:lpstr>
      <vt:lpstr>DATA STRUCTURES OVERVIEW</vt:lpstr>
      <vt:lpstr> Doubly Linked List: Stores parcels for easy traversal and deletion. Queue: Manages parcels pending pickup (FIFO).  Stack: Tracks delivered parcels (LIFO).  Binary Search Tree (BST): Organizes parcels by delivery time for fastest delivery queries.  AVL Tree: Groups parcels by area with balanced searches.  Min-Heap: Prioritizes urgent parcels by delivery time.  Hash Table: Enables fast lookup by Order ID.  Graph: Models delivery areas with weighted edges for route optimization. </vt:lpstr>
      <vt:lpstr>ATTRIBUTES USED</vt:lpstr>
      <vt:lpstr> Doubly Linked List:                Stores parcel details (Order ID, Agent Age, Area, etc.).                Supports insertion, deletion, and bidirectional traversal.               Used for displaying all parcels and sorting by agent age.    </vt:lpstr>
      <vt:lpstr>Queue:             Enqueues parcels for pickup, dequeues for delivery.       Stack:   Pushes delivered parcels to track recent deliveries. </vt:lpstr>
      <vt:lpstr>BST AND AVL</vt:lpstr>
      <vt:lpstr> Min-Heap:  Prioritizes parcels with shortest delivery times.  Used to select urgent deliveries in pickupMostUrgentParcel().         Hash Table:  Maps Order IDs to parcels for O(1) average-case lookup.  Handles collisions using chaining. </vt:lpstr>
      <vt:lpstr>DELIVERY AREA GRAPH</vt:lpstr>
      <vt:lpstr> Dijkstra’s Algorithm: Finds shortest paths from a source area.   Breadth-First Search (BFS) and Depth-First Search (DFS): Explores delivery routes.   Prim’s Algorithm: Connect all cities with minimum delivery time  Merge Sort: Sorts parcels by agent age.   Binary Search: Searches parcels by category after sorting. </vt:lpstr>
      <vt:lpstr> Purpose: Computes shortest delivery paths (e.g., from Lahore to all areas).  Pseudocode:  Initialize distances: source = 0, others = infinity  Add source to priority queue  While queue not empty:  Extract minimum distance vertex u  For each neighbor v of u:  If distance[u] + weight(u,v) &lt; distance[v]:  Update distance[v]  Update priority queue  Time Complexity: O((V + E) log V) with a priority queue. </vt:lpstr>
      <vt:lpstr>ROUTE OPTIMIZATION: (Dijkstra’s)</vt:lpstr>
      <vt:lpstr>Prim’s MST from Lahore</vt:lpstr>
      <vt:lpstr>--- Parcel Delivery System --- 1. Display all deliveries    (doubly linked list ) 2. Enqueue parcel for pickup  ( Queue ) 3. Pickup parcel (to deliver)   ( Queue ) 4. View delivered parcels      ( Stack ) 5. Delete long deliveries       ( doubly linked list) 6. Search parcel by Order ID  (linked list) 7. Show fastest delivered parcel  (linked list) 8. Show fastest delivery by BST   (binary search tree) 9. Display parcels grouped by Area    (AVL Tree)  10. Pickup most urgent parcel       (using heap) 11. Search parcel by category      (binary search) 12. Sort parcels by Agent Age     (Merge Sort) 13. Shortest path from a city       (Dijkstra) 14. BFS and DFS on area graph 15. Search parcel using Hash Table   (chaining) 16. Minimum Spanning Tree         (Prim's Algorithm)</vt:lpstr>
      <vt:lpstr>DATASET ANANLYSIS</vt:lpstr>
      <vt:lpstr>DELIVERY TIME DISTRIBUTION</vt:lpstr>
      <vt:lpstr> Challenge: Handling large datasets efficiently.  Solution: Used Hash Table for O(1) lookups and AVL Tree for balanced searches.   Challenge: Normalizing area names (e.g., “lahore” vs. “Lahore”).  Solution: Implemented toTitleCase function for consistency.   Challenge: Building an accurate graph from parcel data.  Solution: Used minimum delivery times between areas as edge weights </vt:lpstr>
      <vt:lpstr> Achievements: Built a robust system with diverse data structures for parcel management and route optimization.   Strengths: Scalable, fast searches, optimized delivery paths.   Applications: Suitable for real-world logistics like Amazon.   Future Enhancements:   Integrate real-time traffic data.   Develop a user-friendly GUI.   Support multiple vehicle types and dynamic routing.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STRUCTURES AND ALGORITHMS</dc:title>
  <dc:creator>Microsoft account</dc:creator>
  <cp:lastModifiedBy>(SP24-BCS-084) PARNIA AHMED</cp:lastModifiedBy>
  <cp:revision>30</cp:revision>
  <dcterms:created xsi:type="dcterms:W3CDTF">2025-06-18T14:44:39Z</dcterms:created>
  <dcterms:modified xsi:type="dcterms:W3CDTF">2025-06-18T07:46:13Z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Order">
    <vt:r8>74063800</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ies>
</file>